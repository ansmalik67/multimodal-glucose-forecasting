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Multivariate Analysis of Glycaemic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Using demographic, lifestyle, and clinical predictors</a:t>
            </a:r>
          </a:p>
          <a:p>
            <a:r>
              <a:t>Author: Sahar Saeed (23095056)</a:t>
            </a:r>
          </a:p>
          <a:p>
            <a:r>
              <a:t>MSc Data Science – University of Hertfordshire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Glycaemic instability is difficult to predict</a:t>
            </a:r>
          </a:p>
          <a:p>
            <a:r>
              <a:t>• Multivariate factors influence glucose levels</a:t>
            </a:r>
          </a:p>
          <a:p>
            <a:r>
              <a:t>• Machine learning helps uncover hidden patterns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RQ: Can multivariate ML models predict glycaemic levels?</a:t>
            </a:r>
          </a:p>
          <a:p>
            <a:r>
              <a:t>Objectives:</a:t>
            </a:r>
          </a:p>
          <a:p>
            <a:r>
              <a:t>• Clean &amp; transform dataset</a:t>
            </a:r>
          </a:p>
          <a:p>
            <a:r>
              <a:t>• Perform EDA</a:t>
            </a:r>
          </a:p>
          <a:p>
            <a:r>
              <a:t>• Train Linear Regression, RF, GBM</a:t>
            </a:r>
          </a:p>
          <a:p>
            <a:r>
              <a:t>• Evaluate with MAE, RMSE, R²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~5000 records</a:t>
            </a:r>
          </a:p>
          <a:p>
            <a:r>
              <a:t>• Demographics, lifestyle, clinical variables</a:t>
            </a:r>
          </a:p>
          <a:p>
            <a:r>
              <a:t>• Challenges: missing values, mixed data types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Preprocessing &amp; 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Dropping &amp; imputing missing data</a:t>
            </a:r>
          </a:p>
          <a:p>
            <a:r>
              <a:t>• Encoding categorical columns</a:t>
            </a:r>
          </a:p>
          <a:p>
            <a:r>
              <a:t>• Scaling numerical features</a:t>
            </a:r>
          </a:p>
          <a:p>
            <a:r>
              <a:t>• Creating engineered predictors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Distribution plots</a:t>
            </a:r>
          </a:p>
          <a:p>
            <a:r>
              <a:t>• Boxplots for lifestyle vs glucose</a:t>
            </a:r>
          </a:p>
          <a:p>
            <a:r>
              <a:t>• Correlation heatmap</a:t>
            </a:r>
          </a:p>
          <a:p>
            <a:r>
              <a:t>• Insights used to guide modelling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Linear Regression (baseline)</a:t>
            </a:r>
          </a:p>
          <a:p>
            <a:r>
              <a:t>• Random Forest Regressor</a:t>
            </a:r>
          </a:p>
          <a:p>
            <a:r>
              <a:t>• Gradient Boosting Regressor</a:t>
            </a:r>
          </a:p>
          <a:p>
            <a:r>
              <a:t>• Grid Search for optimisation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Optimisation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Tuned learning rate, depth, n_estimators</a:t>
            </a:r>
          </a:p>
          <a:p>
            <a:r>
              <a:t>• Selected best-performing GBM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MAE – avg absolute error</a:t>
            </a:r>
          </a:p>
          <a:p>
            <a:r>
              <a:t>• RMSE – penalises large deviations</a:t>
            </a:r>
          </a:p>
          <a:p>
            <a:r>
              <a:t>• R² – overall model fit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Gradient Boosting best performer</a:t>
            </a:r>
          </a:p>
          <a:p>
            <a:r>
              <a:t>• Random Forest strong but lower accuracy</a:t>
            </a:r>
          </a:p>
          <a:p>
            <a:r>
              <a:t>• Linear Regression weakest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Limitations:</a:t>
            </a:r>
          </a:p>
          <a:p>
            <a:r>
              <a:t>• Missing data</a:t>
            </a:r>
          </a:p>
          <a:p>
            <a:r>
              <a:t>• No timestamped features</a:t>
            </a:r>
          </a:p>
          <a:p>
            <a:r>
              <a:t>Strengths:</a:t>
            </a:r>
          </a:p>
          <a:p>
            <a:r>
              <a:t>• Strong predictive performance</a:t>
            </a:r>
          </a:p>
          <a:p>
            <a:r>
              <a:t>• Robust EDA &amp; preprocessing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Helps understand risk factors</a:t>
            </a:r>
          </a:p>
          <a:p>
            <a:r>
              <a:t>• Supports clinical decision-making</a:t>
            </a:r>
          </a:p>
          <a:p>
            <a:r>
              <a:t>• Framework for future predictive systems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Conclusion:</a:t>
            </a:r>
          </a:p>
          <a:p>
            <a:r>
              <a:t>• GBM best model</a:t>
            </a:r>
          </a:p>
          <a:p>
            <a:r>
              <a:t>• Multivariate prediction successful</a:t>
            </a:r>
          </a:p>
          <a:p>
            <a:r>
              <a:t>Future:</a:t>
            </a:r>
          </a:p>
          <a:p>
            <a:r>
              <a:t>• Add LSTM+GRU</a:t>
            </a:r>
          </a:p>
          <a:p>
            <a:r>
              <a:t>• More datasets</a:t>
            </a:r>
          </a:p>
          <a:p>
            <a:r>
              <a:t>• Interpretability via SHAP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Thank you! Ready for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