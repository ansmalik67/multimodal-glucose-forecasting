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70" r:id="rId8"/>
    <p:sldId id="262" r:id="rId9"/>
    <p:sldId id="263" r:id="rId10"/>
    <p:sldId id="264" r:id="rId11"/>
    <p:sldId id="265" r:id="rId12"/>
    <p:sldId id="266" r:id="rId13"/>
    <p:sldId id="267" r:id="rId14"/>
    <p:sldId id="271" r:id="rId15"/>
    <p:sldId id="268" r:id="rId16"/>
    <p:sldId id="269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9"/>
    <p:restoredTop sz="94718"/>
  </p:normalViewPr>
  <p:slideViewPr>
    <p:cSldViewPr snapToGrid="0" snapToObjects="1">
      <p:cViewPr varScale="1">
        <p:scale>
          <a:sx n="163" d="100"/>
          <a:sy n="163" d="100"/>
        </p:scale>
        <p:origin x="576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4" Type="http://schemas.openxmlformats.org/officeDocument/2006/relationships/image" Target="../media/image18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4" Type="http://schemas.openxmlformats.org/officeDocument/2006/relationships/image" Target="../media/image28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4" Type="http://schemas.openxmlformats.org/officeDocument/2006/relationships/image" Target="../media/image18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4" Type="http://schemas.openxmlformats.org/officeDocument/2006/relationships/image" Target="../media/image2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228ADF6-FCD7-43D1-9432-2B46F4E7A479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5C8A05C-4F89-4C6E-953E-DD7B8B8DD2B7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Datetime Processing</a:t>
          </a:r>
          <a:endParaRPr lang="en-US"/>
        </a:p>
      </dgm:t>
    </dgm:pt>
    <dgm:pt modelId="{D137501F-9C21-4F87-8C83-3C5063B309BB}" type="parTrans" cxnId="{659CE2E5-1B2F-47E0-9967-2281FB463A8C}">
      <dgm:prSet/>
      <dgm:spPr/>
      <dgm:t>
        <a:bodyPr/>
        <a:lstStyle/>
        <a:p>
          <a:endParaRPr lang="en-US"/>
        </a:p>
      </dgm:t>
    </dgm:pt>
    <dgm:pt modelId="{BBF26809-5BBE-4198-8589-22016DA8FCCE}" type="sibTrans" cxnId="{659CE2E5-1B2F-47E0-9967-2281FB463A8C}">
      <dgm:prSet/>
      <dgm:spPr/>
      <dgm:t>
        <a:bodyPr/>
        <a:lstStyle/>
        <a:p>
          <a:endParaRPr lang="en-US"/>
        </a:p>
      </dgm:t>
    </dgm:pt>
    <dgm:pt modelId="{13566F14-6704-4ACF-A50D-90004B0B4512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Lag Features</a:t>
          </a:r>
          <a:endParaRPr lang="en-US"/>
        </a:p>
      </dgm:t>
    </dgm:pt>
    <dgm:pt modelId="{6DA02BC3-1A1B-4021-B5CD-EEB91864C8E5}" type="parTrans" cxnId="{4B9E36EA-C526-4CC0-8FF5-373C1CC9572E}">
      <dgm:prSet/>
      <dgm:spPr/>
      <dgm:t>
        <a:bodyPr/>
        <a:lstStyle/>
        <a:p>
          <a:endParaRPr lang="en-US"/>
        </a:p>
      </dgm:t>
    </dgm:pt>
    <dgm:pt modelId="{7B9BC106-9F33-4E77-A080-69D6DE3BBA6E}" type="sibTrans" cxnId="{4B9E36EA-C526-4CC0-8FF5-373C1CC9572E}">
      <dgm:prSet/>
      <dgm:spPr/>
      <dgm:t>
        <a:bodyPr/>
        <a:lstStyle/>
        <a:p>
          <a:endParaRPr lang="en-US"/>
        </a:p>
      </dgm:t>
    </dgm:pt>
    <dgm:pt modelId="{EAD5BCF7-BCD0-4937-A742-F38BF1FD246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Encoding categorical columns</a:t>
          </a:r>
        </a:p>
      </dgm:t>
    </dgm:pt>
    <dgm:pt modelId="{9DC867F0-CAB0-4A95-9703-77C44D690E4A}" type="parTrans" cxnId="{BC101932-6864-47FB-80A2-AE441FE41846}">
      <dgm:prSet/>
      <dgm:spPr/>
      <dgm:t>
        <a:bodyPr/>
        <a:lstStyle/>
        <a:p>
          <a:endParaRPr lang="en-US"/>
        </a:p>
      </dgm:t>
    </dgm:pt>
    <dgm:pt modelId="{265E2182-9B05-40D4-93BA-2D809DC54FF0}" type="sibTrans" cxnId="{BC101932-6864-47FB-80A2-AE441FE41846}">
      <dgm:prSet/>
      <dgm:spPr/>
      <dgm:t>
        <a:bodyPr/>
        <a:lstStyle/>
        <a:p>
          <a:endParaRPr lang="en-US"/>
        </a:p>
      </dgm:t>
    </dgm:pt>
    <dgm:pt modelId="{2D5FD25F-CDD6-4809-A13E-D89484784A6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Scaling numerical features</a:t>
          </a:r>
        </a:p>
      </dgm:t>
    </dgm:pt>
    <dgm:pt modelId="{39B46648-1457-479E-965A-8ED82F6B1407}" type="parTrans" cxnId="{B3538EF9-84D0-4A4D-B510-2C4C46ABC5D6}">
      <dgm:prSet/>
      <dgm:spPr/>
      <dgm:t>
        <a:bodyPr/>
        <a:lstStyle/>
        <a:p>
          <a:endParaRPr lang="en-US"/>
        </a:p>
      </dgm:t>
    </dgm:pt>
    <dgm:pt modelId="{994AB87C-DA45-4A69-A65D-61EA967E0330}" type="sibTrans" cxnId="{B3538EF9-84D0-4A4D-B510-2C4C46ABC5D6}">
      <dgm:prSet/>
      <dgm:spPr/>
      <dgm:t>
        <a:bodyPr/>
        <a:lstStyle/>
        <a:p>
          <a:endParaRPr lang="en-US"/>
        </a:p>
      </dgm:t>
    </dgm:pt>
    <dgm:pt modelId="{2A78BF85-511E-4820-8F6D-9F3A79268AA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Creating engineered predictors</a:t>
          </a:r>
        </a:p>
      </dgm:t>
    </dgm:pt>
    <dgm:pt modelId="{9EA14D45-70B6-403A-BAF9-B3EEEC3CD55C}" type="parTrans" cxnId="{1560F9D0-2AC1-4C08-AF6E-4E298A9A2B2E}">
      <dgm:prSet/>
      <dgm:spPr/>
      <dgm:t>
        <a:bodyPr/>
        <a:lstStyle/>
        <a:p>
          <a:endParaRPr lang="en-US"/>
        </a:p>
      </dgm:t>
    </dgm:pt>
    <dgm:pt modelId="{91FCBBEA-7282-43EF-922C-464385A6D063}" type="sibTrans" cxnId="{1560F9D0-2AC1-4C08-AF6E-4E298A9A2B2E}">
      <dgm:prSet/>
      <dgm:spPr/>
      <dgm:t>
        <a:bodyPr/>
        <a:lstStyle/>
        <a:p>
          <a:endParaRPr lang="en-US"/>
        </a:p>
      </dgm:t>
    </dgm:pt>
    <dgm:pt modelId="{96360457-EAED-4908-A477-CE93011D6F98}" type="pres">
      <dgm:prSet presAssocID="{F228ADF6-FCD7-43D1-9432-2B46F4E7A479}" presName="root" presStyleCnt="0">
        <dgm:presLayoutVars>
          <dgm:dir/>
          <dgm:resizeHandles val="exact"/>
        </dgm:presLayoutVars>
      </dgm:prSet>
      <dgm:spPr/>
    </dgm:pt>
    <dgm:pt modelId="{AC99D307-4DD5-4C51-9205-5447762E28AF}" type="pres">
      <dgm:prSet presAssocID="{45C8A05C-4F89-4C6E-953E-DD7B8B8DD2B7}" presName="compNode" presStyleCnt="0"/>
      <dgm:spPr/>
    </dgm:pt>
    <dgm:pt modelId="{1B948653-1B68-41BB-8D53-CAFC48D72DF8}" type="pres">
      <dgm:prSet presAssocID="{45C8A05C-4F89-4C6E-953E-DD7B8B8DD2B7}" presName="bgRect" presStyleLbl="bgShp" presStyleIdx="0" presStyleCnt="5"/>
      <dgm:spPr/>
    </dgm:pt>
    <dgm:pt modelId="{4559243B-FF28-4ACD-A09D-286C5389ED28}" type="pres">
      <dgm:prSet presAssocID="{45C8A05C-4F89-4C6E-953E-DD7B8B8DD2B7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ily Calendar"/>
        </a:ext>
      </dgm:extLst>
    </dgm:pt>
    <dgm:pt modelId="{96B71424-1668-4306-82D0-1F29433A947D}" type="pres">
      <dgm:prSet presAssocID="{45C8A05C-4F89-4C6E-953E-DD7B8B8DD2B7}" presName="spaceRect" presStyleCnt="0"/>
      <dgm:spPr/>
    </dgm:pt>
    <dgm:pt modelId="{7AEC4D00-7519-4CE9-B659-8FC51AD2A7D1}" type="pres">
      <dgm:prSet presAssocID="{45C8A05C-4F89-4C6E-953E-DD7B8B8DD2B7}" presName="parTx" presStyleLbl="revTx" presStyleIdx="0" presStyleCnt="5">
        <dgm:presLayoutVars>
          <dgm:chMax val="0"/>
          <dgm:chPref val="0"/>
        </dgm:presLayoutVars>
      </dgm:prSet>
      <dgm:spPr/>
    </dgm:pt>
    <dgm:pt modelId="{60F316EC-20AB-4AD2-AA94-47345572EB7E}" type="pres">
      <dgm:prSet presAssocID="{BBF26809-5BBE-4198-8589-22016DA8FCCE}" presName="sibTrans" presStyleCnt="0"/>
      <dgm:spPr/>
    </dgm:pt>
    <dgm:pt modelId="{2C696D8D-31D8-4349-BC26-9581062CC34B}" type="pres">
      <dgm:prSet presAssocID="{13566F14-6704-4ACF-A50D-90004B0B4512}" presName="compNode" presStyleCnt="0"/>
      <dgm:spPr/>
    </dgm:pt>
    <dgm:pt modelId="{8B3B783F-9BC2-46B5-9434-F9160F5B3695}" type="pres">
      <dgm:prSet presAssocID="{13566F14-6704-4ACF-A50D-90004B0B4512}" presName="bgRect" presStyleLbl="bgShp" presStyleIdx="1" presStyleCnt="5"/>
      <dgm:spPr/>
    </dgm:pt>
    <dgm:pt modelId="{A9DC864C-C8B7-481A-A56B-0A5EB014516B}" type="pres">
      <dgm:prSet presAssocID="{13566F14-6704-4ACF-A50D-90004B0B4512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dge Unfollow"/>
        </a:ext>
      </dgm:extLst>
    </dgm:pt>
    <dgm:pt modelId="{3B8CEAA8-582F-413E-96B4-A1A97C53C0B2}" type="pres">
      <dgm:prSet presAssocID="{13566F14-6704-4ACF-A50D-90004B0B4512}" presName="spaceRect" presStyleCnt="0"/>
      <dgm:spPr/>
    </dgm:pt>
    <dgm:pt modelId="{957E5F92-6FD2-4BD9-A169-E6C71089E0DE}" type="pres">
      <dgm:prSet presAssocID="{13566F14-6704-4ACF-A50D-90004B0B4512}" presName="parTx" presStyleLbl="revTx" presStyleIdx="1" presStyleCnt="5">
        <dgm:presLayoutVars>
          <dgm:chMax val="0"/>
          <dgm:chPref val="0"/>
        </dgm:presLayoutVars>
      </dgm:prSet>
      <dgm:spPr/>
    </dgm:pt>
    <dgm:pt modelId="{08C68F21-56AD-4561-BFBF-103314AB96A3}" type="pres">
      <dgm:prSet presAssocID="{7B9BC106-9F33-4E77-A080-69D6DE3BBA6E}" presName="sibTrans" presStyleCnt="0"/>
      <dgm:spPr/>
    </dgm:pt>
    <dgm:pt modelId="{F2E7A6DE-7EF2-4967-992C-F21289B54D32}" type="pres">
      <dgm:prSet presAssocID="{EAD5BCF7-BCD0-4937-A742-F38BF1FD246D}" presName="compNode" presStyleCnt="0"/>
      <dgm:spPr/>
    </dgm:pt>
    <dgm:pt modelId="{8F0721AE-F851-4D06-9547-B243C987B4DD}" type="pres">
      <dgm:prSet presAssocID="{EAD5BCF7-BCD0-4937-A742-F38BF1FD246D}" presName="bgRect" presStyleLbl="bgShp" presStyleIdx="2" presStyleCnt="5"/>
      <dgm:spPr/>
    </dgm:pt>
    <dgm:pt modelId="{DB7B2DC1-502F-4844-AA11-33214CE84A2D}" type="pres">
      <dgm:prSet presAssocID="{EAD5BCF7-BCD0-4937-A742-F38BF1FD246D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ick"/>
        </a:ext>
      </dgm:extLst>
    </dgm:pt>
    <dgm:pt modelId="{459EC868-8914-4A82-857C-1065D37A98D0}" type="pres">
      <dgm:prSet presAssocID="{EAD5BCF7-BCD0-4937-A742-F38BF1FD246D}" presName="spaceRect" presStyleCnt="0"/>
      <dgm:spPr/>
    </dgm:pt>
    <dgm:pt modelId="{ECFE225B-20F4-49B6-9F09-550CD50E7ED5}" type="pres">
      <dgm:prSet presAssocID="{EAD5BCF7-BCD0-4937-A742-F38BF1FD246D}" presName="parTx" presStyleLbl="revTx" presStyleIdx="2" presStyleCnt="5">
        <dgm:presLayoutVars>
          <dgm:chMax val="0"/>
          <dgm:chPref val="0"/>
        </dgm:presLayoutVars>
      </dgm:prSet>
      <dgm:spPr/>
    </dgm:pt>
    <dgm:pt modelId="{7FC7A98B-A72C-4818-AB63-E05D222DD523}" type="pres">
      <dgm:prSet presAssocID="{265E2182-9B05-40D4-93BA-2D809DC54FF0}" presName="sibTrans" presStyleCnt="0"/>
      <dgm:spPr/>
    </dgm:pt>
    <dgm:pt modelId="{A0EDC21C-15F5-43D7-92AE-64097BD97165}" type="pres">
      <dgm:prSet presAssocID="{2D5FD25F-CDD6-4809-A13E-D89484784A66}" presName="compNode" presStyleCnt="0"/>
      <dgm:spPr/>
    </dgm:pt>
    <dgm:pt modelId="{3B036FCC-111B-4C10-882D-D0825CD03DD1}" type="pres">
      <dgm:prSet presAssocID="{2D5FD25F-CDD6-4809-A13E-D89484784A66}" presName="bgRect" presStyleLbl="bgShp" presStyleIdx="3" presStyleCnt="5"/>
      <dgm:spPr/>
    </dgm:pt>
    <dgm:pt modelId="{C2279C55-3BC2-47B8-BDBE-DAFF6F787AE0}" type="pres">
      <dgm:prSet presAssocID="{2D5FD25F-CDD6-4809-A13E-D89484784A66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4B06D1F3-97DC-4DDA-987C-20F94225CFBE}" type="pres">
      <dgm:prSet presAssocID="{2D5FD25F-CDD6-4809-A13E-D89484784A66}" presName="spaceRect" presStyleCnt="0"/>
      <dgm:spPr/>
    </dgm:pt>
    <dgm:pt modelId="{F76DAF87-0D02-47CB-BA93-6A1B009B6839}" type="pres">
      <dgm:prSet presAssocID="{2D5FD25F-CDD6-4809-A13E-D89484784A66}" presName="parTx" presStyleLbl="revTx" presStyleIdx="3" presStyleCnt="5">
        <dgm:presLayoutVars>
          <dgm:chMax val="0"/>
          <dgm:chPref val="0"/>
        </dgm:presLayoutVars>
      </dgm:prSet>
      <dgm:spPr/>
    </dgm:pt>
    <dgm:pt modelId="{90CAB1D6-EE28-4F7A-86C3-9EF528647925}" type="pres">
      <dgm:prSet presAssocID="{994AB87C-DA45-4A69-A65D-61EA967E0330}" presName="sibTrans" presStyleCnt="0"/>
      <dgm:spPr/>
    </dgm:pt>
    <dgm:pt modelId="{5EBD3144-BDAE-4DB6-9226-1C21FF4A0E92}" type="pres">
      <dgm:prSet presAssocID="{2A78BF85-511E-4820-8F6D-9F3A79268AAE}" presName="compNode" presStyleCnt="0"/>
      <dgm:spPr/>
    </dgm:pt>
    <dgm:pt modelId="{868A0D6A-6617-4F44-8963-D13E10F11AD6}" type="pres">
      <dgm:prSet presAssocID="{2A78BF85-511E-4820-8F6D-9F3A79268AAE}" presName="bgRect" presStyleLbl="bgShp" presStyleIdx="4" presStyleCnt="5"/>
      <dgm:spPr/>
    </dgm:pt>
    <dgm:pt modelId="{C0F7AD4C-1C6F-4C0D-A72C-2F132091B343}" type="pres">
      <dgm:prSet presAssocID="{2A78BF85-511E-4820-8F6D-9F3A79268AAE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419B2C55-8068-44A4-A5EC-5DBC0E3FA5D7}" type="pres">
      <dgm:prSet presAssocID="{2A78BF85-511E-4820-8F6D-9F3A79268AAE}" presName="spaceRect" presStyleCnt="0"/>
      <dgm:spPr/>
    </dgm:pt>
    <dgm:pt modelId="{33DABD2B-1C69-4788-9F2C-1A290F28FB10}" type="pres">
      <dgm:prSet presAssocID="{2A78BF85-511E-4820-8F6D-9F3A79268AAE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A0020217-D94A-4A63-A421-CC6AFE26949B}" type="presOf" srcId="{2D5FD25F-CDD6-4809-A13E-D89484784A66}" destId="{F76DAF87-0D02-47CB-BA93-6A1B009B6839}" srcOrd="0" destOrd="0" presId="urn:microsoft.com/office/officeart/2018/2/layout/IconVerticalSolidList"/>
    <dgm:cxn modelId="{1720502D-97EF-4F4D-A1AB-CEC67DDC82CA}" type="presOf" srcId="{45C8A05C-4F89-4C6E-953E-DD7B8B8DD2B7}" destId="{7AEC4D00-7519-4CE9-B659-8FC51AD2A7D1}" srcOrd="0" destOrd="0" presId="urn:microsoft.com/office/officeart/2018/2/layout/IconVerticalSolidList"/>
    <dgm:cxn modelId="{BC101932-6864-47FB-80A2-AE441FE41846}" srcId="{F228ADF6-FCD7-43D1-9432-2B46F4E7A479}" destId="{EAD5BCF7-BCD0-4937-A742-F38BF1FD246D}" srcOrd="2" destOrd="0" parTransId="{9DC867F0-CAB0-4A95-9703-77C44D690E4A}" sibTransId="{265E2182-9B05-40D4-93BA-2D809DC54FF0}"/>
    <dgm:cxn modelId="{CED0AE4E-78C8-4789-B024-D7866566FF61}" type="presOf" srcId="{EAD5BCF7-BCD0-4937-A742-F38BF1FD246D}" destId="{ECFE225B-20F4-49B6-9F09-550CD50E7ED5}" srcOrd="0" destOrd="0" presId="urn:microsoft.com/office/officeart/2018/2/layout/IconVerticalSolidList"/>
    <dgm:cxn modelId="{C39C2C90-9AF3-4533-A096-3F620F007C4A}" type="presOf" srcId="{13566F14-6704-4ACF-A50D-90004B0B4512}" destId="{957E5F92-6FD2-4BD9-A169-E6C71089E0DE}" srcOrd="0" destOrd="0" presId="urn:microsoft.com/office/officeart/2018/2/layout/IconVerticalSolidList"/>
    <dgm:cxn modelId="{922B0A9A-DF5B-4BBF-BDEF-D6D07038DAE5}" type="presOf" srcId="{F228ADF6-FCD7-43D1-9432-2B46F4E7A479}" destId="{96360457-EAED-4908-A477-CE93011D6F98}" srcOrd="0" destOrd="0" presId="urn:microsoft.com/office/officeart/2018/2/layout/IconVerticalSolidList"/>
    <dgm:cxn modelId="{1560F9D0-2AC1-4C08-AF6E-4E298A9A2B2E}" srcId="{F228ADF6-FCD7-43D1-9432-2B46F4E7A479}" destId="{2A78BF85-511E-4820-8F6D-9F3A79268AAE}" srcOrd="4" destOrd="0" parTransId="{9EA14D45-70B6-403A-BAF9-B3EEEC3CD55C}" sibTransId="{91FCBBEA-7282-43EF-922C-464385A6D063}"/>
    <dgm:cxn modelId="{A4DFDAE3-2DA9-4DB8-8DDB-BE099620C3B3}" type="presOf" srcId="{2A78BF85-511E-4820-8F6D-9F3A79268AAE}" destId="{33DABD2B-1C69-4788-9F2C-1A290F28FB10}" srcOrd="0" destOrd="0" presId="urn:microsoft.com/office/officeart/2018/2/layout/IconVerticalSolidList"/>
    <dgm:cxn modelId="{659CE2E5-1B2F-47E0-9967-2281FB463A8C}" srcId="{F228ADF6-FCD7-43D1-9432-2B46F4E7A479}" destId="{45C8A05C-4F89-4C6E-953E-DD7B8B8DD2B7}" srcOrd="0" destOrd="0" parTransId="{D137501F-9C21-4F87-8C83-3C5063B309BB}" sibTransId="{BBF26809-5BBE-4198-8589-22016DA8FCCE}"/>
    <dgm:cxn modelId="{4B9E36EA-C526-4CC0-8FF5-373C1CC9572E}" srcId="{F228ADF6-FCD7-43D1-9432-2B46F4E7A479}" destId="{13566F14-6704-4ACF-A50D-90004B0B4512}" srcOrd="1" destOrd="0" parTransId="{6DA02BC3-1A1B-4021-B5CD-EEB91864C8E5}" sibTransId="{7B9BC106-9F33-4E77-A080-69D6DE3BBA6E}"/>
    <dgm:cxn modelId="{B3538EF9-84D0-4A4D-B510-2C4C46ABC5D6}" srcId="{F228ADF6-FCD7-43D1-9432-2B46F4E7A479}" destId="{2D5FD25F-CDD6-4809-A13E-D89484784A66}" srcOrd="3" destOrd="0" parTransId="{39B46648-1457-479E-965A-8ED82F6B1407}" sibTransId="{994AB87C-DA45-4A69-A65D-61EA967E0330}"/>
    <dgm:cxn modelId="{B807F315-71B9-4C0B-B435-571301B2770C}" type="presParOf" srcId="{96360457-EAED-4908-A477-CE93011D6F98}" destId="{AC99D307-4DD5-4C51-9205-5447762E28AF}" srcOrd="0" destOrd="0" presId="urn:microsoft.com/office/officeart/2018/2/layout/IconVerticalSolidList"/>
    <dgm:cxn modelId="{B974F5BB-758E-4A91-832A-88C9DBA9A980}" type="presParOf" srcId="{AC99D307-4DD5-4C51-9205-5447762E28AF}" destId="{1B948653-1B68-41BB-8D53-CAFC48D72DF8}" srcOrd="0" destOrd="0" presId="urn:microsoft.com/office/officeart/2018/2/layout/IconVerticalSolidList"/>
    <dgm:cxn modelId="{66C59254-D275-4968-86B7-9699FE2BBC9B}" type="presParOf" srcId="{AC99D307-4DD5-4C51-9205-5447762E28AF}" destId="{4559243B-FF28-4ACD-A09D-286C5389ED28}" srcOrd="1" destOrd="0" presId="urn:microsoft.com/office/officeart/2018/2/layout/IconVerticalSolidList"/>
    <dgm:cxn modelId="{0C27CE42-95FC-4D13-8DD8-C390416F5F47}" type="presParOf" srcId="{AC99D307-4DD5-4C51-9205-5447762E28AF}" destId="{96B71424-1668-4306-82D0-1F29433A947D}" srcOrd="2" destOrd="0" presId="urn:microsoft.com/office/officeart/2018/2/layout/IconVerticalSolidList"/>
    <dgm:cxn modelId="{20607B1F-77B7-4EDD-B45F-284C17E25027}" type="presParOf" srcId="{AC99D307-4DD5-4C51-9205-5447762E28AF}" destId="{7AEC4D00-7519-4CE9-B659-8FC51AD2A7D1}" srcOrd="3" destOrd="0" presId="urn:microsoft.com/office/officeart/2018/2/layout/IconVerticalSolidList"/>
    <dgm:cxn modelId="{7CCCA904-3ACC-43F9-85D0-96528D0DD5FB}" type="presParOf" srcId="{96360457-EAED-4908-A477-CE93011D6F98}" destId="{60F316EC-20AB-4AD2-AA94-47345572EB7E}" srcOrd="1" destOrd="0" presId="urn:microsoft.com/office/officeart/2018/2/layout/IconVerticalSolidList"/>
    <dgm:cxn modelId="{2FF75E26-6291-492B-B216-045A27F7684D}" type="presParOf" srcId="{96360457-EAED-4908-A477-CE93011D6F98}" destId="{2C696D8D-31D8-4349-BC26-9581062CC34B}" srcOrd="2" destOrd="0" presId="urn:microsoft.com/office/officeart/2018/2/layout/IconVerticalSolidList"/>
    <dgm:cxn modelId="{0769B22B-10D3-4CED-ABD5-5B6E3F07133C}" type="presParOf" srcId="{2C696D8D-31D8-4349-BC26-9581062CC34B}" destId="{8B3B783F-9BC2-46B5-9434-F9160F5B3695}" srcOrd="0" destOrd="0" presId="urn:microsoft.com/office/officeart/2018/2/layout/IconVerticalSolidList"/>
    <dgm:cxn modelId="{94EE1086-7606-4288-9D17-0C3A869C8A0C}" type="presParOf" srcId="{2C696D8D-31D8-4349-BC26-9581062CC34B}" destId="{A9DC864C-C8B7-481A-A56B-0A5EB014516B}" srcOrd="1" destOrd="0" presId="urn:microsoft.com/office/officeart/2018/2/layout/IconVerticalSolidList"/>
    <dgm:cxn modelId="{4AE0C276-BF66-4419-826B-474D2457773C}" type="presParOf" srcId="{2C696D8D-31D8-4349-BC26-9581062CC34B}" destId="{3B8CEAA8-582F-413E-96B4-A1A97C53C0B2}" srcOrd="2" destOrd="0" presId="urn:microsoft.com/office/officeart/2018/2/layout/IconVerticalSolidList"/>
    <dgm:cxn modelId="{3205BE3B-D881-4F25-B4D1-E2E51C33008C}" type="presParOf" srcId="{2C696D8D-31D8-4349-BC26-9581062CC34B}" destId="{957E5F92-6FD2-4BD9-A169-E6C71089E0DE}" srcOrd="3" destOrd="0" presId="urn:microsoft.com/office/officeart/2018/2/layout/IconVerticalSolidList"/>
    <dgm:cxn modelId="{811517CB-75B4-4206-948D-189C9D32E9C3}" type="presParOf" srcId="{96360457-EAED-4908-A477-CE93011D6F98}" destId="{08C68F21-56AD-4561-BFBF-103314AB96A3}" srcOrd="3" destOrd="0" presId="urn:microsoft.com/office/officeart/2018/2/layout/IconVerticalSolidList"/>
    <dgm:cxn modelId="{2FC7FF3E-9914-49F5-9F74-9D6DD73F723C}" type="presParOf" srcId="{96360457-EAED-4908-A477-CE93011D6F98}" destId="{F2E7A6DE-7EF2-4967-992C-F21289B54D32}" srcOrd="4" destOrd="0" presId="urn:microsoft.com/office/officeart/2018/2/layout/IconVerticalSolidList"/>
    <dgm:cxn modelId="{30FB9178-09DE-4ED4-89AC-B5CDB51808A8}" type="presParOf" srcId="{F2E7A6DE-7EF2-4967-992C-F21289B54D32}" destId="{8F0721AE-F851-4D06-9547-B243C987B4DD}" srcOrd="0" destOrd="0" presId="urn:microsoft.com/office/officeart/2018/2/layout/IconVerticalSolidList"/>
    <dgm:cxn modelId="{D4C34E23-9CF6-4C10-A300-5D0B0AC54E71}" type="presParOf" srcId="{F2E7A6DE-7EF2-4967-992C-F21289B54D32}" destId="{DB7B2DC1-502F-4844-AA11-33214CE84A2D}" srcOrd="1" destOrd="0" presId="urn:microsoft.com/office/officeart/2018/2/layout/IconVerticalSolidList"/>
    <dgm:cxn modelId="{D64DFA7A-63BE-43EC-9C82-080A3301805E}" type="presParOf" srcId="{F2E7A6DE-7EF2-4967-992C-F21289B54D32}" destId="{459EC868-8914-4A82-857C-1065D37A98D0}" srcOrd="2" destOrd="0" presId="urn:microsoft.com/office/officeart/2018/2/layout/IconVerticalSolidList"/>
    <dgm:cxn modelId="{043A778E-2F17-4F31-9FF0-83F594276CC9}" type="presParOf" srcId="{F2E7A6DE-7EF2-4967-992C-F21289B54D32}" destId="{ECFE225B-20F4-49B6-9F09-550CD50E7ED5}" srcOrd="3" destOrd="0" presId="urn:microsoft.com/office/officeart/2018/2/layout/IconVerticalSolidList"/>
    <dgm:cxn modelId="{6C9B4BA4-62A8-4393-86A1-7777D6E37F5F}" type="presParOf" srcId="{96360457-EAED-4908-A477-CE93011D6F98}" destId="{7FC7A98B-A72C-4818-AB63-E05D222DD523}" srcOrd="5" destOrd="0" presId="urn:microsoft.com/office/officeart/2018/2/layout/IconVerticalSolidList"/>
    <dgm:cxn modelId="{417A3D62-10DB-46E4-B17D-70C339473C6A}" type="presParOf" srcId="{96360457-EAED-4908-A477-CE93011D6F98}" destId="{A0EDC21C-15F5-43D7-92AE-64097BD97165}" srcOrd="6" destOrd="0" presId="urn:microsoft.com/office/officeart/2018/2/layout/IconVerticalSolidList"/>
    <dgm:cxn modelId="{1DEECAA1-732B-434F-ADD8-0B0AA0FE1946}" type="presParOf" srcId="{A0EDC21C-15F5-43D7-92AE-64097BD97165}" destId="{3B036FCC-111B-4C10-882D-D0825CD03DD1}" srcOrd="0" destOrd="0" presId="urn:microsoft.com/office/officeart/2018/2/layout/IconVerticalSolidList"/>
    <dgm:cxn modelId="{8BB9130B-07B4-4D97-A51D-8A16389E53E0}" type="presParOf" srcId="{A0EDC21C-15F5-43D7-92AE-64097BD97165}" destId="{C2279C55-3BC2-47B8-BDBE-DAFF6F787AE0}" srcOrd="1" destOrd="0" presId="urn:microsoft.com/office/officeart/2018/2/layout/IconVerticalSolidList"/>
    <dgm:cxn modelId="{5D7AB203-1F3A-4C9B-B679-00F62EFB7F3D}" type="presParOf" srcId="{A0EDC21C-15F5-43D7-92AE-64097BD97165}" destId="{4B06D1F3-97DC-4DDA-987C-20F94225CFBE}" srcOrd="2" destOrd="0" presId="urn:microsoft.com/office/officeart/2018/2/layout/IconVerticalSolidList"/>
    <dgm:cxn modelId="{A46451C3-35B5-4D6E-AAE3-BCDBC5DBF6ED}" type="presParOf" srcId="{A0EDC21C-15F5-43D7-92AE-64097BD97165}" destId="{F76DAF87-0D02-47CB-BA93-6A1B009B6839}" srcOrd="3" destOrd="0" presId="urn:microsoft.com/office/officeart/2018/2/layout/IconVerticalSolidList"/>
    <dgm:cxn modelId="{B4F96B4E-C7E0-401A-8C7F-4F8C4396C29B}" type="presParOf" srcId="{96360457-EAED-4908-A477-CE93011D6F98}" destId="{90CAB1D6-EE28-4F7A-86C3-9EF528647925}" srcOrd="7" destOrd="0" presId="urn:microsoft.com/office/officeart/2018/2/layout/IconVerticalSolidList"/>
    <dgm:cxn modelId="{CF46EE60-44D9-438E-9330-D679466F8DE0}" type="presParOf" srcId="{96360457-EAED-4908-A477-CE93011D6F98}" destId="{5EBD3144-BDAE-4DB6-9226-1C21FF4A0E92}" srcOrd="8" destOrd="0" presId="urn:microsoft.com/office/officeart/2018/2/layout/IconVerticalSolidList"/>
    <dgm:cxn modelId="{819AF47C-E813-4010-9655-A6B735A5CB70}" type="presParOf" srcId="{5EBD3144-BDAE-4DB6-9226-1C21FF4A0E92}" destId="{868A0D6A-6617-4F44-8963-D13E10F11AD6}" srcOrd="0" destOrd="0" presId="urn:microsoft.com/office/officeart/2018/2/layout/IconVerticalSolidList"/>
    <dgm:cxn modelId="{6ACAE74D-9B40-434B-8460-3FC0A207CD9A}" type="presParOf" srcId="{5EBD3144-BDAE-4DB6-9226-1C21FF4A0E92}" destId="{C0F7AD4C-1C6F-4C0D-A72C-2F132091B343}" srcOrd="1" destOrd="0" presId="urn:microsoft.com/office/officeart/2018/2/layout/IconVerticalSolidList"/>
    <dgm:cxn modelId="{82C18974-9484-4331-A05F-72A56D0821BF}" type="presParOf" srcId="{5EBD3144-BDAE-4DB6-9226-1C21FF4A0E92}" destId="{419B2C55-8068-44A4-A5EC-5DBC0E3FA5D7}" srcOrd="2" destOrd="0" presId="urn:microsoft.com/office/officeart/2018/2/layout/IconVerticalSolidList"/>
    <dgm:cxn modelId="{E4CF165B-2CD1-415B-B9AF-EB3411B0A027}" type="presParOf" srcId="{5EBD3144-BDAE-4DB6-9226-1C21FF4A0E92}" destId="{33DABD2B-1C69-4788-9F2C-1A290F28FB1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A114B1E-C80B-496E-8A31-5907DF024186}" type="doc">
      <dgm:prSet loTypeId="urn:microsoft.com/office/officeart/2005/8/layout/cycle1" loCatId="cycle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90190077-BFA6-4673-96F0-B7472969A627}">
      <dgm:prSet/>
      <dgm:spPr/>
      <dgm:t>
        <a:bodyPr/>
        <a:lstStyle/>
        <a:p>
          <a:r>
            <a:rPr lang="en-US" dirty="0"/>
            <a:t>Ridge Regression (baseline)</a:t>
          </a:r>
        </a:p>
      </dgm:t>
    </dgm:pt>
    <dgm:pt modelId="{F894CBF7-F120-43E8-B07A-11F26E380389}" type="parTrans" cxnId="{D7370D2C-24A2-486B-9B37-AECF51FA6D1B}">
      <dgm:prSet/>
      <dgm:spPr/>
      <dgm:t>
        <a:bodyPr/>
        <a:lstStyle/>
        <a:p>
          <a:endParaRPr lang="en-US"/>
        </a:p>
      </dgm:t>
    </dgm:pt>
    <dgm:pt modelId="{8D57DDF3-56FC-4D72-9E63-B15CFE8EC6B3}" type="sibTrans" cxnId="{D7370D2C-24A2-486B-9B37-AECF51FA6D1B}">
      <dgm:prSet/>
      <dgm:spPr/>
      <dgm:t>
        <a:bodyPr/>
        <a:lstStyle/>
        <a:p>
          <a:endParaRPr lang="en-US"/>
        </a:p>
      </dgm:t>
    </dgm:pt>
    <dgm:pt modelId="{A1C7D265-B4E5-4D2F-BDD7-38DA0BC37547}">
      <dgm:prSet/>
      <dgm:spPr/>
      <dgm:t>
        <a:bodyPr/>
        <a:lstStyle/>
        <a:p>
          <a:r>
            <a:rPr lang="en-US"/>
            <a:t>Random Forest Regressor</a:t>
          </a:r>
        </a:p>
      </dgm:t>
    </dgm:pt>
    <dgm:pt modelId="{0743D82E-DA0A-4066-9CF8-0CBDB29445CA}" type="parTrans" cxnId="{85585F54-AEFF-4FA2-80F2-CFDEF2B3E482}">
      <dgm:prSet/>
      <dgm:spPr/>
      <dgm:t>
        <a:bodyPr/>
        <a:lstStyle/>
        <a:p>
          <a:endParaRPr lang="en-US"/>
        </a:p>
      </dgm:t>
    </dgm:pt>
    <dgm:pt modelId="{CDB7B00C-5DFE-4F0E-85A4-796C3C452AA8}" type="sibTrans" cxnId="{85585F54-AEFF-4FA2-80F2-CFDEF2B3E482}">
      <dgm:prSet/>
      <dgm:spPr/>
      <dgm:t>
        <a:bodyPr/>
        <a:lstStyle/>
        <a:p>
          <a:endParaRPr lang="en-US"/>
        </a:p>
      </dgm:t>
    </dgm:pt>
    <dgm:pt modelId="{F16DFCE5-B9B8-4408-B582-066800CC2D85}">
      <dgm:prSet/>
      <dgm:spPr/>
      <dgm:t>
        <a:bodyPr/>
        <a:lstStyle/>
        <a:p>
          <a:r>
            <a:rPr lang="en-US"/>
            <a:t>Gradient Boosting Regressor</a:t>
          </a:r>
        </a:p>
      </dgm:t>
    </dgm:pt>
    <dgm:pt modelId="{B58FC81E-440E-4CDE-9DF6-B7F4E5A5D5EA}" type="parTrans" cxnId="{6A55D5E7-6996-4003-BDFB-89F0C888088D}">
      <dgm:prSet/>
      <dgm:spPr/>
      <dgm:t>
        <a:bodyPr/>
        <a:lstStyle/>
        <a:p>
          <a:endParaRPr lang="en-US"/>
        </a:p>
      </dgm:t>
    </dgm:pt>
    <dgm:pt modelId="{8682348C-D4E7-43FD-BF72-83CDF37CFBA5}" type="sibTrans" cxnId="{6A55D5E7-6996-4003-BDFB-89F0C888088D}">
      <dgm:prSet/>
      <dgm:spPr/>
      <dgm:t>
        <a:bodyPr/>
        <a:lstStyle/>
        <a:p>
          <a:endParaRPr lang="en-US"/>
        </a:p>
      </dgm:t>
    </dgm:pt>
    <dgm:pt modelId="{96F60088-884F-4590-9E11-8780C0D57861}">
      <dgm:prSet/>
      <dgm:spPr/>
      <dgm:t>
        <a:bodyPr/>
        <a:lstStyle/>
        <a:p>
          <a:r>
            <a:rPr lang="en-US"/>
            <a:t>Grid Search for optimisation</a:t>
          </a:r>
        </a:p>
      </dgm:t>
    </dgm:pt>
    <dgm:pt modelId="{689A3485-AE88-4C2E-81E4-12535AF1E74D}" type="parTrans" cxnId="{919355D3-63F5-4BFE-9B32-6C87E2C5A574}">
      <dgm:prSet/>
      <dgm:spPr/>
      <dgm:t>
        <a:bodyPr/>
        <a:lstStyle/>
        <a:p>
          <a:endParaRPr lang="en-US"/>
        </a:p>
      </dgm:t>
    </dgm:pt>
    <dgm:pt modelId="{F370437E-5E3F-47E0-A658-87463415B4BA}" type="sibTrans" cxnId="{919355D3-63F5-4BFE-9B32-6C87E2C5A574}">
      <dgm:prSet/>
      <dgm:spPr/>
      <dgm:t>
        <a:bodyPr/>
        <a:lstStyle/>
        <a:p>
          <a:endParaRPr lang="en-US"/>
        </a:p>
      </dgm:t>
    </dgm:pt>
    <dgm:pt modelId="{E247601F-CB71-EC42-98F8-130E066887D4}" type="pres">
      <dgm:prSet presAssocID="{6A114B1E-C80B-496E-8A31-5907DF024186}" presName="cycle" presStyleCnt="0">
        <dgm:presLayoutVars>
          <dgm:dir/>
          <dgm:resizeHandles val="exact"/>
        </dgm:presLayoutVars>
      </dgm:prSet>
      <dgm:spPr/>
    </dgm:pt>
    <dgm:pt modelId="{FCC32770-B951-2740-BFCD-071B6605C068}" type="pres">
      <dgm:prSet presAssocID="{90190077-BFA6-4673-96F0-B7472969A627}" presName="dummy" presStyleCnt="0"/>
      <dgm:spPr/>
    </dgm:pt>
    <dgm:pt modelId="{B2573A3D-823C-2D46-B0C3-AC5451D769AE}" type="pres">
      <dgm:prSet presAssocID="{90190077-BFA6-4673-96F0-B7472969A627}" presName="node" presStyleLbl="revTx" presStyleIdx="0" presStyleCnt="4">
        <dgm:presLayoutVars>
          <dgm:bulletEnabled val="1"/>
        </dgm:presLayoutVars>
      </dgm:prSet>
      <dgm:spPr/>
    </dgm:pt>
    <dgm:pt modelId="{9515016A-EA2A-2E42-8A8A-B0D34BE8EE26}" type="pres">
      <dgm:prSet presAssocID="{8D57DDF3-56FC-4D72-9E63-B15CFE8EC6B3}" presName="sibTrans" presStyleLbl="node1" presStyleIdx="0" presStyleCnt="4"/>
      <dgm:spPr/>
    </dgm:pt>
    <dgm:pt modelId="{101787AE-DAA1-3645-B945-2DF5039017DC}" type="pres">
      <dgm:prSet presAssocID="{A1C7D265-B4E5-4D2F-BDD7-38DA0BC37547}" presName="dummy" presStyleCnt="0"/>
      <dgm:spPr/>
    </dgm:pt>
    <dgm:pt modelId="{04566FD6-0D74-6440-B7B9-764A75F5D5EF}" type="pres">
      <dgm:prSet presAssocID="{A1C7D265-B4E5-4D2F-BDD7-38DA0BC37547}" presName="node" presStyleLbl="revTx" presStyleIdx="1" presStyleCnt="4">
        <dgm:presLayoutVars>
          <dgm:bulletEnabled val="1"/>
        </dgm:presLayoutVars>
      </dgm:prSet>
      <dgm:spPr/>
    </dgm:pt>
    <dgm:pt modelId="{D51D5862-E097-4A4E-8689-053314F8EB35}" type="pres">
      <dgm:prSet presAssocID="{CDB7B00C-5DFE-4F0E-85A4-796C3C452AA8}" presName="sibTrans" presStyleLbl="node1" presStyleIdx="1" presStyleCnt="4"/>
      <dgm:spPr/>
    </dgm:pt>
    <dgm:pt modelId="{D607383E-0129-9C4E-B81C-962BF1948070}" type="pres">
      <dgm:prSet presAssocID="{F16DFCE5-B9B8-4408-B582-066800CC2D85}" presName="dummy" presStyleCnt="0"/>
      <dgm:spPr/>
    </dgm:pt>
    <dgm:pt modelId="{5D99CADE-3938-8B43-A043-382D87768246}" type="pres">
      <dgm:prSet presAssocID="{F16DFCE5-B9B8-4408-B582-066800CC2D85}" presName="node" presStyleLbl="revTx" presStyleIdx="2" presStyleCnt="4">
        <dgm:presLayoutVars>
          <dgm:bulletEnabled val="1"/>
        </dgm:presLayoutVars>
      </dgm:prSet>
      <dgm:spPr/>
    </dgm:pt>
    <dgm:pt modelId="{6920686A-FEE0-4F46-9A1D-156451D3DDA3}" type="pres">
      <dgm:prSet presAssocID="{8682348C-D4E7-43FD-BF72-83CDF37CFBA5}" presName="sibTrans" presStyleLbl="node1" presStyleIdx="2" presStyleCnt="4"/>
      <dgm:spPr/>
    </dgm:pt>
    <dgm:pt modelId="{A73C9190-B488-5C44-9875-6990CC12BFF0}" type="pres">
      <dgm:prSet presAssocID="{96F60088-884F-4590-9E11-8780C0D57861}" presName="dummy" presStyleCnt="0"/>
      <dgm:spPr/>
    </dgm:pt>
    <dgm:pt modelId="{9B024082-B72F-C04A-A046-8D0BAF1941F6}" type="pres">
      <dgm:prSet presAssocID="{96F60088-884F-4590-9E11-8780C0D57861}" presName="node" presStyleLbl="revTx" presStyleIdx="3" presStyleCnt="4">
        <dgm:presLayoutVars>
          <dgm:bulletEnabled val="1"/>
        </dgm:presLayoutVars>
      </dgm:prSet>
      <dgm:spPr/>
    </dgm:pt>
    <dgm:pt modelId="{A8B8F71D-F76D-4E4A-A986-539671F7D22D}" type="pres">
      <dgm:prSet presAssocID="{F370437E-5E3F-47E0-A658-87463415B4BA}" presName="sibTrans" presStyleLbl="node1" presStyleIdx="3" presStyleCnt="4"/>
      <dgm:spPr/>
    </dgm:pt>
  </dgm:ptLst>
  <dgm:cxnLst>
    <dgm:cxn modelId="{BAC4130B-549E-A640-BF64-9ECD987ABC1D}" type="presOf" srcId="{90190077-BFA6-4673-96F0-B7472969A627}" destId="{B2573A3D-823C-2D46-B0C3-AC5451D769AE}" srcOrd="0" destOrd="0" presId="urn:microsoft.com/office/officeart/2005/8/layout/cycle1"/>
    <dgm:cxn modelId="{09F25A0F-2DB4-AD4D-AC5B-5EBA7B61A25A}" type="presOf" srcId="{F370437E-5E3F-47E0-A658-87463415B4BA}" destId="{A8B8F71D-F76D-4E4A-A986-539671F7D22D}" srcOrd="0" destOrd="0" presId="urn:microsoft.com/office/officeart/2005/8/layout/cycle1"/>
    <dgm:cxn modelId="{42F79920-2B01-9046-BA75-8F33BDAC3C5D}" type="presOf" srcId="{CDB7B00C-5DFE-4F0E-85A4-796C3C452AA8}" destId="{D51D5862-E097-4A4E-8689-053314F8EB35}" srcOrd="0" destOrd="0" presId="urn:microsoft.com/office/officeart/2005/8/layout/cycle1"/>
    <dgm:cxn modelId="{D7370D2C-24A2-486B-9B37-AECF51FA6D1B}" srcId="{6A114B1E-C80B-496E-8A31-5907DF024186}" destId="{90190077-BFA6-4673-96F0-B7472969A627}" srcOrd="0" destOrd="0" parTransId="{F894CBF7-F120-43E8-B07A-11F26E380389}" sibTransId="{8D57DDF3-56FC-4D72-9E63-B15CFE8EC6B3}"/>
    <dgm:cxn modelId="{7D761A44-D48D-BC4B-BA14-C437DE927AF9}" type="presOf" srcId="{6A114B1E-C80B-496E-8A31-5907DF024186}" destId="{E247601F-CB71-EC42-98F8-130E066887D4}" srcOrd="0" destOrd="0" presId="urn:microsoft.com/office/officeart/2005/8/layout/cycle1"/>
    <dgm:cxn modelId="{85585F54-AEFF-4FA2-80F2-CFDEF2B3E482}" srcId="{6A114B1E-C80B-496E-8A31-5907DF024186}" destId="{A1C7D265-B4E5-4D2F-BDD7-38DA0BC37547}" srcOrd="1" destOrd="0" parTransId="{0743D82E-DA0A-4066-9CF8-0CBDB29445CA}" sibTransId="{CDB7B00C-5DFE-4F0E-85A4-796C3C452AA8}"/>
    <dgm:cxn modelId="{3873665A-BBB9-D44A-874B-5D18BEA051C8}" type="presOf" srcId="{8D57DDF3-56FC-4D72-9E63-B15CFE8EC6B3}" destId="{9515016A-EA2A-2E42-8A8A-B0D34BE8EE26}" srcOrd="0" destOrd="0" presId="urn:microsoft.com/office/officeart/2005/8/layout/cycle1"/>
    <dgm:cxn modelId="{9A7AB06D-6F04-D64E-AEA9-AC468F644A53}" type="presOf" srcId="{F16DFCE5-B9B8-4408-B582-066800CC2D85}" destId="{5D99CADE-3938-8B43-A043-382D87768246}" srcOrd="0" destOrd="0" presId="urn:microsoft.com/office/officeart/2005/8/layout/cycle1"/>
    <dgm:cxn modelId="{A0267DA4-C297-F349-A056-4F254F8F22D9}" type="presOf" srcId="{8682348C-D4E7-43FD-BF72-83CDF37CFBA5}" destId="{6920686A-FEE0-4F46-9A1D-156451D3DDA3}" srcOrd="0" destOrd="0" presId="urn:microsoft.com/office/officeart/2005/8/layout/cycle1"/>
    <dgm:cxn modelId="{96F80DA6-CE68-2745-9047-4DA4D3669EF1}" type="presOf" srcId="{A1C7D265-B4E5-4D2F-BDD7-38DA0BC37547}" destId="{04566FD6-0D74-6440-B7B9-764A75F5D5EF}" srcOrd="0" destOrd="0" presId="urn:microsoft.com/office/officeart/2005/8/layout/cycle1"/>
    <dgm:cxn modelId="{D498A5BB-C9D2-1544-A11D-638827C59B8A}" type="presOf" srcId="{96F60088-884F-4590-9E11-8780C0D57861}" destId="{9B024082-B72F-C04A-A046-8D0BAF1941F6}" srcOrd="0" destOrd="0" presId="urn:microsoft.com/office/officeart/2005/8/layout/cycle1"/>
    <dgm:cxn modelId="{919355D3-63F5-4BFE-9B32-6C87E2C5A574}" srcId="{6A114B1E-C80B-496E-8A31-5907DF024186}" destId="{96F60088-884F-4590-9E11-8780C0D57861}" srcOrd="3" destOrd="0" parTransId="{689A3485-AE88-4C2E-81E4-12535AF1E74D}" sibTransId="{F370437E-5E3F-47E0-A658-87463415B4BA}"/>
    <dgm:cxn modelId="{6A55D5E7-6996-4003-BDFB-89F0C888088D}" srcId="{6A114B1E-C80B-496E-8A31-5907DF024186}" destId="{F16DFCE5-B9B8-4408-B582-066800CC2D85}" srcOrd="2" destOrd="0" parTransId="{B58FC81E-440E-4CDE-9DF6-B7F4E5A5D5EA}" sibTransId="{8682348C-D4E7-43FD-BF72-83CDF37CFBA5}"/>
    <dgm:cxn modelId="{EFCE625E-A3E4-FD48-BCF9-8FD2E87F3CBC}" type="presParOf" srcId="{E247601F-CB71-EC42-98F8-130E066887D4}" destId="{FCC32770-B951-2740-BFCD-071B6605C068}" srcOrd="0" destOrd="0" presId="urn:microsoft.com/office/officeart/2005/8/layout/cycle1"/>
    <dgm:cxn modelId="{43BB1071-BA14-894A-AE20-648B71D6B275}" type="presParOf" srcId="{E247601F-CB71-EC42-98F8-130E066887D4}" destId="{B2573A3D-823C-2D46-B0C3-AC5451D769AE}" srcOrd="1" destOrd="0" presId="urn:microsoft.com/office/officeart/2005/8/layout/cycle1"/>
    <dgm:cxn modelId="{3526CE7D-8A3C-4944-B6F6-7F9C9F20BC2B}" type="presParOf" srcId="{E247601F-CB71-EC42-98F8-130E066887D4}" destId="{9515016A-EA2A-2E42-8A8A-B0D34BE8EE26}" srcOrd="2" destOrd="0" presId="urn:microsoft.com/office/officeart/2005/8/layout/cycle1"/>
    <dgm:cxn modelId="{ECE550CC-C7B8-4B41-9FAA-DF58D7B8FE24}" type="presParOf" srcId="{E247601F-CB71-EC42-98F8-130E066887D4}" destId="{101787AE-DAA1-3645-B945-2DF5039017DC}" srcOrd="3" destOrd="0" presId="urn:microsoft.com/office/officeart/2005/8/layout/cycle1"/>
    <dgm:cxn modelId="{67537CF9-FD30-294D-BD9B-63C7308E39B6}" type="presParOf" srcId="{E247601F-CB71-EC42-98F8-130E066887D4}" destId="{04566FD6-0D74-6440-B7B9-764A75F5D5EF}" srcOrd="4" destOrd="0" presId="urn:microsoft.com/office/officeart/2005/8/layout/cycle1"/>
    <dgm:cxn modelId="{25878A37-9042-2D4F-958B-6408EF26BABA}" type="presParOf" srcId="{E247601F-CB71-EC42-98F8-130E066887D4}" destId="{D51D5862-E097-4A4E-8689-053314F8EB35}" srcOrd="5" destOrd="0" presId="urn:microsoft.com/office/officeart/2005/8/layout/cycle1"/>
    <dgm:cxn modelId="{2385FFB1-C358-824C-9F24-735202E63E61}" type="presParOf" srcId="{E247601F-CB71-EC42-98F8-130E066887D4}" destId="{D607383E-0129-9C4E-B81C-962BF1948070}" srcOrd="6" destOrd="0" presId="urn:microsoft.com/office/officeart/2005/8/layout/cycle1"/>
    <dgm:cxn modelId="{1D2A0D5F-3334-E041-B229-39CF15C2BC38}" type="presParOf" srcId="{E247601F-CB71-EC42-98F8-130E066887D4}" destId="{5D99CADE-3938-8B43-A043-382D87768246}" srcOrd="7" destOrd="0" presId="urn:microsoft.com/office/officeart/2005/8/layout/cycle1"/>
    <dgm:cxn modelId="{6805584F-ADBB-3246-BE9B-080A6919D2B9}" type="presParOf" srcId="{E247601F-CB71-EC42-98F8-130E066887D4}" destId="{6920686A-FEE0-4F46-9A1D-156451D3DDA3}" srcOrd="8" destOrd="0" presId="urn:microsoft.com/office/officeart/2005/8/layout/cycle1"/>
    <dgm:cxn modelId="{C48C635F-0EE3-7845-82D9-26E5610BC440}" type="presParOf" srcId="{E247601F-CB71-EC42-98F8-130E066887D4}" destId="{A73C9190-B488-5C44-9875-6990CC12BFF0}" srcOrd="9" destOrd="0" presId="urn:microsoft.com/office/officeart/2005/8/layout/cycle1"/>
    <dgm:cxn modelId="{BE0523DB-567E-6D4C-A820-51807FD6148A}" type="presParOf" srcId="{E247601F-CB71-EC42-98F8-130E066887D4}" destId="{9B024082-B72F-C04A-A046-8D0BAF1941F6}" srcOrd="10" destOrd="0" presId="urn:microsoft.com/office/officeart/2005/8/layout/cycle1"/>
    <dgm:cxn modelId="{012D60E2-5FE3-6F46-86F2-E7D055BE4698}" type="presParOf" srcId="{E247601F-CB71-EC42-98F8-130E066887D4}" destId="{A8B8F71D-F76D-4E4A-A986-539671F7D22D}" srcOrd="11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B4CF9F1-4035-441D-B806-16E91CF58ED3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47A547F-9E76-4ACC-A1E0-E9BAD413801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Tuned learning rate, depth, n_estimators</a:t>
          </a:r>
        </a:p>
      </dgm:t>
    </dgm:pt>
    <dgm:pt modelId="{454A8C81-9465-447E-8C7B-EE314FB42252}" type="parTrans" cxnId="{005E095F-7178-48EC-B319-4C98E3F7FB5D}">
      <dgm:prSet/>
      <dgm:spPr/>
      <dgm:t>
        <a:bodyPr/>
        <a:lstStyle/>
        <a:p>
          <a:endParaRPr lang="en-US"/>
        </a:p>
      </dgm:t>
    </dgm:pt>
    <dgm:pt modelId="{CE7EBF92-65DF-4CD5-91BD-35F2EE7F0401}" type="sibTrans" cxnId="{005E095F-7178-48EC-B319-4C98E3F7FB5D}">
      <dgm:prSet/>
      <dgm:spPr/>
      <dgm:t>
        <a:bodyPr/>
        <a:lstStyle/>
        <a:p>
          <a:endParaRPr lang="en-US"/>
        </a:p>
      </dgm:t>
    </dgm:pt>
    <dgm:pt modelId="{11552AAB-4F6F-4846-AEDB-FE8241953EB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Selected best-performing GBM model</a:t>
          </a:r>
        </a:p>
      </dgm:t>
    </dgm:pt>
    <dgm:pt modelId="{84041AF2-01A3-4A80-BB52-727F4570A522}" type="parTrans" cxnId="{7A84BFAD-097D-4D22-90ED-8D4780C487A2}">
      <dgm:prSet/>
      <dgm:spPr/>
      <dgm:t>
        <a:bodyPr/>
        <a:lstStyle/>
        <a:p>
          <a:endParaRPr lang="en-US"/>
        </a:p>
      </dgm:t>
    </dgm:pt>
    <dgm:pt modelId="{58EC1F7D-88AF-48CB-9608-C602F822F5A5}" type="sibTrans" cxnId="{7A84BFAD-097D-4D22-90ED-8D4780C487A2}">
      <dgm:prSet/>
      <dgm:spPr/>
      <dgm:t>
        <a:bodyPr/>
        <a:lstStyle/>
        <a:p>
          <a:endParaRPr lang="en-US"/>
        </a:p>
      </dgm:t>
    </dgm:pt>
    <dgm:pt modelId="{110EB0B4-0A3C-498C-B5CA-CD458D63C505}" type="pres">
      <dgm:prSet presAssocID="{DB4CF9F1-4035-441D-B806-16E91CF58ED3}" presName="root" presStyleCnt="0">
        <dgm:presLayoutVars>
          <dgm:dir/>
          <dgm:resizeHandles val="exact"/>
        </dgm:presLayoutVars>
      </dgm:prSet>
      <dgm:spPr/>
    </dgm:pt>
    <dgm:pt modelId="{B7FA2092-BC3E-4D68-BEF8-B0F01938A319}" type="pres">
      <dgm:prSet presAssocID="{547A547F-9E76-4ACC-A1E0-E9BAD413801F}" presName="compNode" presStyleCnt="0"/>
      <dgm:spPr/>
    </dgm:pt>
    <dgm:pt modelId="{2B4FE2CB-F4C4-4C45-8123-A9843CFCB997}" type="pres">
      <dgm:prSet presAssocID="{547A547F-9E76-4ACC-A1E0-E9BAD413801F}" presName="bgRect" presStyleLbl="bgShp" presStyleIdx="0" presStyleCnt="2"/>
      <dgm:spPr/>
    </dgm:pt>
    <dgm:pt modelId="{D1703254-2C90-4E10-AED5-211CAA1A1678}" type="pres">
      <dgm:prSet presAssocID="{547A547F-9E76-4ACC-A1E0-E9BAD413801F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066A39B2-9A3B-4B5D-A384-FC82E86BFE38}" type="pres">
      <dgm:prSet presAssocID="{547A547F-9E76-4ACC-A1E0-E9BAD413801F}" presName="spaceRect" presStyleCnt="0"/>
      <dgm:spPr/>
    </dgm:pt>
    <dgm:pt modelId="{107AA0CB-30E0-48D8-8EC1-5D116D9F8AD7}" type="pres">
      <dgm:prSet presAssocID="{547A547F-9E76-4ACC-A1E0-E9BAD413801F}" presName="parTx" presStyleLbl="revTx" presStyleIdx="0" presStyleCnt="2">
        <dgm:presLayoutVars>
          <dgm:chMax val="0"/>
          <dgm:chPref val="0"/>
        </dgm:presLayoutVars>
      </dgm:prSet>
      <dgm:spPr/>
    </dgm:pt>
    <dgm:pt modelId="{0CACFA71-4260-4A34-96F4-388E0A62B586}" type="pres">
      <dgm:prSet presAssocID="{CE7EBF92-65DF-4CD5-91BD-35F2EE7F0401}" presName="sibTrans" presStyleCnt="0"/>
      <dgm:spPr/>
    </dgm:pt>
    <dgm:pt modelId="{B604DE72-C5C9-482D-80EF-0A54979F2004}" type="pres">
      <dgm:prSet presAssocID="{11552AAB-4F6F-4846-AEDB-FE8241953EBA}" presName="compNode" presStyleCnt="0"/>
      <dgm:spPr/>
    </dgm:pt>
    <dgm:pt modelId="{78B852FC-3A9D-4799-9E71-D3BE5BDFE75F}" type="pres">
      <dgm:prSet presAssocID="{11552AAB-4F6F-4846-AEDB-FE8241953EBA}" presName="bgRect" presStyleLbl="bgShp" presStyleIdx="1" presStyleCnt="2"/>
      <dgm:spPr/>
    </dgm:pt>
    <dgm:pt modelId="{27F4652F-C39B-4C8C-B8C0-2143E53F62C3}" type="pres">
      <dgm:prSet presAssocID="{11552AAB-4F6F-4846-AEDB-FE8241953EBA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ibbon"/>
        </a:ext>
      </dgm:extLst>
    </dgm:pt>
    <dgm:pt modelId="{B39759B9-FCDD-4B68-9FCA-965DC2A07368}" type="pres">
      <dgm:prSet presAssocID="{11552AAB-4F6F-4846-AEDB-FE8241953EBA}" presName="spaceRect" presStyleCnt="0"/>
      <dgm:spPr/>
    </dgm:pt>
    <dgm:pt modelId="{6AED19B2-D5D9-4D41-9FE4-5830A8549D41}" type="pres">
      <dgm:prSet presAssocID="{11552AAB-4F6F-4846-AEDB-FE8241953EBA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82BB5322-2741-4418-835B-D1CBA7458BB6}" type="presOf" srcId="{DB4CF9F1-4035-441D-B806-16E91CF58ED3}" destId="{110EB0B4-0A3C-498C-B5CA-CD458D63C505}" srcOrd="0" destOrd="0" presId="urn:microsoft.com/office/officeart/2018/2/layout/IconVerticalSolidList"/>
    <dgm:cxn modelId="{005E095F-7178-48EC-B319-4C98E3F7FB5D}" srcId="{DB4CF9F1-4035-441D-B806-16E91CF58ED3}" destId="{547A547F-9E76-4ACC-A1E0-E9BAD413801F}" srcOrd="0" destOrd="0" parTransId="{454A8C81-9465-447E-8C7B-EE314FB42252}" sibTransId="{CE7EBF92-65DF-4CD5-91BD-35F2EE7F0401}"/>
    <dgm:cxn modelId="{3795A375-AC1C-4BCE-BF70-9FDB204EFF30}" type="presOf" srcId="{11552AAB-4F6F-4846-AEDB-FE8241953EBA}" destId="{6AED19B2-D5D9-4D41-9FE4-5830A8549D41}" srcOrd="0" destOrd="0" presId="urn:microsoft.com/office/officeart/2018/2/layout/IconVerticalSolidList"/>
    <dgm:cxn modelId="{7A84BFAD-097D-4D22-90ED-8D4780C487A2}" srcId="{DB4CF9F1-4035-441D-B806-16E91CF58ED3}" destId="{11552AAB-4F6F-4846-AEDB-FE8241953EBA}" srcOrd="1" destOrd="0" parTransId="{84041AF2-01A3-4A80-BB52-727F4570A522}" sibTransId="{58EC1F7D-88AF-48CB-9608-C602F822F5A5}"/>
    <dgm:cxn modelId="{12E613E5-BB4F-47F2-BD37-8CCC506D5DAF}" type="presOf" srcId="{547A547F-9E76-4ACC-A1E0-E9BAD413801F}" destId="{107AA0CB-30E0-48D8-8EC1-5D116D9F8AD7}" srcOrd="0" destOrd="0" presId="urn:microsoft.com/office/officeart/2018/2/layout/IconVerticalSolidList"/>
    <dgm:cxn modelId="{CF23A490-EF0C-4345-8CB3-FC683A08FF7F}" type="presParOf" srcId="{110EB0B4-0A3C-498C-B5CA-CD458D63C505}" destId="{B7FA2092-BC3E-4D68-BEF8-B0F01938A319}" srcOrd="0" destOrd="0" presId="urn:microsoft.com/office/officeart/2018/2/layout/IconVerticalSolidList"/>
    <dgm:cxn modelId="{3E721926-3841-46ED-A318-F0A2AA70A6F9}" type="presParOf" srcId="{B7FA2092-BC3E-4D68-BEF8-B0F01938A319}" destId="{2B4FE2CB-F4C4-4C45-8123-A9843CFCB997}" srcOrd="0" destOrd="0" presId="urn:microsoft.com/office/officeart/2018/2/layout/IconVerticalSolidList"/>
    <dgm:cxn modelId="{DA565CCC-6FB1-4E15-AE22-F0EB8A2AD2A1}" type="presParOf" srcId="{B7FA2092-BC3E-4D68-BEF8-B0F01938A319}" destId="{D1703254-2C90-4E10-AED5-211CAA1A1678}" srcOrd="1" destOrd="0" presId="urn:microsoft.com/office/officeart/2018/2/layout/IconVerticalSolidList"/>
    <dgm:cxn modelId="{3FB4F551-1457-42EE-A504-F3C4B4A6A081}" type="presParOf" srcId="{B7FA2092-BC3E-4D68-BEF8-B0F01938A319}" destId="{066A39B2-9A3B-4B5D-A384-FC82E86BFE38}" srcOrd="2" destOrd="0" presId="urn:microsoft.com/office/officeart/2018/2/layout/IconVerticalSolidList"/>
    <dgm:cxn modelId="{193D9C57-AF20-487B-A9BE-C1DD776A31BA}" type="presParOf" srcId="{B7FA2092-BC3E-4D68-BEF8-B0F01938A319}" destId="{107AA0CB-30E0-48D8-8EC1-5D116D9F8AD7}" srcOrd="3" destOrd="0" presId="urn:microsoft.com/office/officeart/2018/2/layout/IconVerticalSolidList"/>
    <dgm:cxn modelId="{2FF40BB8-C6F8-416C-B685-DE6F4B13A8D6}" type="presParOf" srcId="{110EB0B4-0A3C-498C-B5CA-CD458D63C505}" destId="{0CACFA71-4260-4A34-96F4-388E0A62B586}" srcOrd="1" destOrd="0" presId="urn:microsoft.com/office/officeart/2018/2/layout/IconVerticalSolidList"/>
    <dgm:cxn modelId="{DB2B8D3E-206A-4E1B-A368-F063220D3C5E}" type="presParOf" srcId="{110EB0B4-0A3C-498C-B5CA-CD458D63C505}" destId="{B604DE72-C5C9-482D-80EF-0A54979F2004}" srcOrd="2" destOrd="0" presId="urn:microsoft.com/office/officeart/2018/2/layout/IconVerticalSolidList"/>
    <dgm:cxn modelId="{FE93F286-21F8-4050-9B65-3DBF891B056C}" type="presParOf" srcId="{B604DE72-C5C9-482D-80EF-0A54979F2004}" destId="{78B852FC-3A9D-4799-9E71-D3BE5BDFE75F}" srcOrd="0" destOrd="0" presId="urn:microsoft.com/office/officeart/2018/2/layout/IconVerticalSolidList"/>
    <dgm:cxn modelId="{C2146DEF-77D0-4D38-A0CF-8451E623E9C8}" type="presParOf" srcId="{B604DE72-C5C9-482D-80EF-0A54979F2004}" destId="{27F4652F-C39B-4C8C-B8C0-2143E53F62C3}" srcOrd="1" destOrd="0" presId="urn:microsoft.com/office/officeart/2018/2/layout/IconVerticalSolidList"/>
    <dgm:cxn modelId="{9511F25F-BD27-4304-8AE7-3012274B7DA1}" type="presParOf" srcId="{B604DE72-C5C9-482D-80EF-0A54979F2004}" destId="{B39759B9-FCDD-4B68-9FCA-965DC2A07368}" srcOrd="2" destOrd="0" presId="urn:microsoft.com/office/officeart/2018/2/layout/IconVerticalSolidList"/>
    <dgm:cxn modelId="{96B88BED-C2DE-4383-B8DF-22430547012E}" type="presParOf" srcId="{B604DE72-C5C9-482D-80EF-0A54979F2004}" destId="{6AED19B2-D5D9-4D41-9FE4-5830A8549D4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C248DE7-3D65-459F-9F76-4A81A9BF03D1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9DF5E8C-263A-4C42-9196-69D42ECB9481}">
      <dgm:prSet/>
      <dgm:spPr/>
      <dgm:t>
        <a:bodyPr/>
        <a:lstStyle/>
        <a:p>
          <a:r>
            <a:rPr lang="en-US"/>
            <a:t>MAE – avg absolute error</a:t>
          </a:r>
        </a:p>
      </dgm:t>
    </dgm:pt>
    <dgm:pt modelId="{79A69FFB-3121-457C-90FD-4AA11D8A812D}" type="parTrans" cxnId="{53ACE03E-4D02-4008-A05F-57AC63D63E48}">
      <dgm:prSet/>
      <dgm:spPr/>
      <dgm:t>
        <a:bodyPr/>
        <a:lstStyle/>
        <a:p>
          <a:endParaRPr lang="en-US"/>
        </a:p>
      </dgm:t>
    </dgm:pt>
    <dgm:pt modelId="{F8BEF684-4698-4F8C-9EC1-88A9F6FF2394}" type="sibTrans" cxnId="{53ACE03E-4D02-4008-A05F-57AC63D63E48}">
      <dgm:prSet/>
      <dgm:spPr/>
      <dgm:t>
        <a:bodyPr/>
        <a:lstStyle/>
        <a:p>
          <a:endParaRPr lang="en-US"/>
        </a:p>
      </dgm:t>
    </dgm:pt>
    <dgm:pt modelId="{47322839-E7FF-4CE9-A70A-7973BA4F33A0}">
      <dgm:prSet/>
      <dgm:spPr/>
      <dgm:t>
        <a:bodyPr/>
        <a:lstStyle/>
        <a:p>
          <a:r>
            <a:rPr lang="en-US"/>
            <a:t>RMSE – penalises large deviations</a:t>
          </a:r>
        </a:p>
      </dgm:t>
    </dgm:pt>
    <dgm:pt modelId="{E8C8A547-BD23-463F-8F72-767E3276B608}" type="parTrans" cxnId="{F03B3761-E3C2-4B25-8404-BFDD08291C78}">
      <dgm:prSet/>
      <dgm:spPr/>
      <dgm:t>
        <a:bodyPr/>
        <a:lstStyle/>
        <a:p>
          <a:endParaRPr lang="en-US"/>
        </a:p>
      </dgm:t>
    </dgm:pt>
    <dgm:pt modelId="{F2845536-8C0F-49C0-9EED-1DC31AAF5FF8}" type="sibTrans" cxnId="{F03B3761-E3C2-4B25-8404-BFDD08291C78}">
      <dgm:prSet/>
      <dgm:spPr/>
      <dgm:t>
        <a:bodyPr/>
        <a:lstStyle/>
        <a:p>
          <a:endParaRPr lang="en-US"/>
        </a:p>
      </dgm:t>
    </dgm:pt>
    <dgm:pt modelId="{2101B7DF-854C-4396-A72F-EADA370C45B7}">
      <dgm:prSet/>
      <dgm:spPr/>
      <dgm:t>
        <a:bodyPr/>
        <a:lstStyle/>
        <a:p>
          <a:r>
            <a:rPr lang="en-US"/>
            <a:t>R² – overall model fit</a:t>
          </a:r>
        </a:p>
      </dgm:t>
    </dgm:pt>
    <dgm:pt modelId="{064A5C53-A6CB-45C6-B6B7-BC907E96F4A7}" type="parTrans" cxnId="{2A23E218-BCB9-49A3-BFBF-71C7EA3BC2D0}">
      <dgm:prSet/>
      <dgm:spPr/>
      <dgm:t>
        <a:bodyPr/>
        <a:lstStyle/>
        <a:p>
          <a:endParaRPr lang="en-US"/>
        </a:p>
      </dgm:t>
    </dgm:pt>
    <dgm:pt modelId="{C7FA4B20-2D70-4A82-9E24-8CD1955CECCE}" type="sibTrans" cxnId="{2A23E218-BCB9-49A3-BFBF-71C7EA3BC2D0}">
      <dgm:prSet/>
      <dgm:spPr/>
      <dgm:t>
        <a:bodyPr/>
        <a:lstStyle/>
        <a:p>
          <a:endParaRPr lang="en-US"/>
        </a:p>
      </dgm:t>
    </dgm:pt>
    <dgm:pt modelId="{D88CE168-9839-BB49-8509-9D2142050981}" type="pres">
      <dgm:prSet presAssocID="{8C248DE7-3D65-459F-9F76-4A81A9BF03D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523C916D-6F7A-8945-B8D0-693218721F7C}" type="pres">
      <dgm:prSet presAssocID="{39DF5E8C-263A-4C42-9196-69D42ECB9481}" presName="hierRoot1" presStyleCnt="0"/>
      <dgm:spPr/>
    </dgm:pt>
    <dgm:pt modelId="{F5BE30D7-C6AB-9D4E-A75B-32C135EAE3BC}" type="pres">
      <dgm:prSet presAssocID="{39DF5E8C-263A-4C42-9196-69D42ECB9481}" presName="composite" presStyleCnt="0"/>
      <dgm:spPr/>
    </dgm:pt>
    <dgm:pt modelId="{763573B1-8054-EE45-9D9C-DB8D7EAA55D5}" type="pres">
      <dgm:prSet presAssocID="{39DF5E8C-263A-4C42-9196-69D42ECB9481}" presName="background" presStyleLbl="node0" presStyleIdx="0" presStyleCnt="3"/>
      <dgm:spPr/>
    </dgm:pt>
    <dgm:pt modelId="{A87D19A6-FA97-8C4C-ADFD-5719B1CB753D}" type="pres">
      <dgm:prSet presAssocID="{39DF5E8C-263A-4C42-9196-69D42ECB9481}" presName="text" presStyleLbl="fgAcc0" presStyleIdx="0" presStyleCnt="3">
        <dgm:presLayoutVars>
          <dgm:chPref val="3"/>
        </dgm:presLayoutVars>
      </dgm:prSet>
      <dgm:spPr/>
    </dgm:pt>
    <dgm:pt modelId="{17A25F38-5F21-824B-931C-2C5584979DFE}" type="pres">
      <dgm:prSet presAssocID="{39DF5E8C-263A-4C42-9196-69D42ECB9481}" presName="hierChild2" presStyleCnt="0"/>
      <dgm:spPr/>
    </dgm:pt>
    <dgm:pt modelId="{C18F6852-5375-8243-A0C2-5E7E680F32AD}" type="pres">
      <dgm:prSet presAssocID="{47322839-E7FF-4CE9-A70A-7973BA4F33A0}" presName="hierRoot1" presStyleCnt="0"/>
      <dgm:spPr/>
    </dgm:pt>
    <dgm:pt modelId="{5DEB5DAB-0185-6F43-BB4C-679CADA8725C}" type="pres">
      <dgm:prSet presAssocID="{47322839-E7FF-4CE9-A70A-7973BA4F33A0}" presName="composite" presStyleCnt="0"/>
      <dgm:spPr/>
    </dgm:pt>
    <dgm:pt modelId="{02FBB32D-39AD-3B4D-B0D6-85827B8326E9}" type="pres">
      <dgm:prSet presAssocID="{47322839-E7FF-4CE9-A70A-7973BA4F33A0}" presName="background" presStyleLbl="node0" presStyleIdx="1" presStyleCnt="3"/>
      <dgm:spPr/>
    </dgm:pt>
    <dgm:pt modelId="{4DB24459-95AC-4244-B1D3-C0A0819E2235}" type="pres">
      <dgm:prSet presAssocID="{47322839-E7FF-4CE9-A70A-7973BA4F33A0}" presName="text" presStyleLbl="fgAcc0" presStyleIdx="1" presStyleCnt="3">
        <dgm:presLayoutVars>
          <dgm:chPref val="3"/>
        </dgm:presLayoutVars>
      </dgm:prSet>
      <dgm:spPr/>
    </dgm:pt>
    <dgm:pt modelId="{C002788F-BA1C-B845-9026-073BBE42C90C}" type="pres">
      <dgm:prSet presAssocID="{47322839-E7FF-4CE9-A70A-7973BA4F33A0}" presName="hierChild2" presStyleCnt="0"/>
      <dgm:spPr/>
    </dgm:pt>
    <dgm:pt modelId="{D426EE69-CE53-5A4B-A3AD-4DE3CBB2EE2A}" type="pres">
      <dgm:prSet presAssocID="{2101B7DF-854C-4396-A72F-EADA370C45B7}" presName="hierRoot1" presStyleCnt="0"/>
      <dgm:spPr/>
    </dgm:pt>
    <dgm:pt modelId="{9C294D33-0B4C-F549-979A-4968DBA1A547}" type="pres">
      <dgm:prSet presAssocID="{2101B7DF-854C-4396-A72F-EADA370C45B7}" presName="composite" presStyleCnt="0"/>
      <dgm:spPr/>
    </dgm:pt>
    <dgm:pt modelId="{C77AFBBF-0D16-1A47-9C40-82E2B5CB878A}" type="pres">
      <dgm:prSet presAssocID="{2101B7DF-854C-4396-A72F-EADA370C45B7}" presName="background" presStyleLbl="node0" presStyleIdx="2" presStyleCnt="3"/>
      <dgm:spPr/>
    </dgm:pt>
    <dgm:pt modelId="{52117159-C1E7-B44B-8D2C-13F0B2D550A1}" type="pres">
      <dgm:prSet presAssocID="{2101B7DF-854C-4396-A72F-EADA370C45B7}" presName="text" presStyleLbl="fgAcc0" presStyleIdx="2" presStyleCnt="3">
        <dgm:presLayoutVars>
          <dgm:chPref val="3"/>
        </dgm:presLayoutVars>
      </dgm:prSet>
      <dgm:spPr/>
    </dgm:pt>
    <dgm:pt modelId="{1834AD49-A6DD-8D4F-8F74-B97BF230F500}" type="pres">
      <dgm:prSet presAssocID="{2101B7DF-854C-4396-A72F-EADA370C45B7}" presName="hierChild2" presStyleCnt="0"/>
      <dgm:spPr/>
    </dgm:pt>
  </dgm:ptLst>
  <dgm:cxnLst>
    <dgm:cxn modelId="{2A23E218-BCB9-49A3-BFBF-71C7EA3BC2D0}" srcId="{8C248DE7-3D65-459F-9F76-4A81A9BF03D1}" destId="{2101B7DF-854C-4396-A72F-EADA370C45B7}" srcOrd="2" destOrd="0" parTransId="{064A5C53-A6CB-45C6-B6B7-BC907E96F4A7}" sibTransId="{C7FA4B20-2D70-4A82-9E24-8CD1955CECCE}"/>
    <dgm:cxn modelId="{C4115334-18DB-7C41-8494-253BE10D7E68}" type="presOf" srcId="{2101B7DF-854C-4396-A72F-EADA370C45B7}" destId="{52117159-C1E7-B44B-8D2C-13F0B2D550A1}" srcOrd="0" destOrd="0" presId="urn:microsoft.com/office/officeart/2005/8/layout/hierarchy1"/>
    <dgm:cxn modelId="{53ACE03E-4D02-4008-A05F-57AC63D63E48}" srcId="{8C248DE7-3D65-459F-9F76-4A81A9BF03D1}" destId="{39DF5E8C-263A-4C42-9196-69D42ECB9481}" srcOrd="0" destOrd="0" parTransId="{79A69FFB-3121-457C-90FD-4AA11D8A812D}" sibTransId="{F8BEF684-4698-4F8C-9EC1-88A9F6FF2394}"/>
    <dgm:cxn modelId="{F03B3761-E3C2-4B25-8404-BFDD08291C78}" srcId="{8C248DE7-3D65-459F-9F76-4A81A9BF03D1}" destId="{47322839-E7FF-4CE9-A70A-7973BA4F33A0}" srcOrd="1" destOrd="0" parTransId="{E8C8A547-BD23-463F-8F72-767E3276B608}" sibTransId="{F2845536-8C0F-49C0-9EED-1DC31AAF5FF8}"/>
    <dgm:cxn modelId="{89C51AC6-9D58-544C-ABBF-18EF93909BE7}" type="presOf" srcId="{47322839-E7FF-4CE9-A70A-7973BA4F33A0}" destId="{4DB24459-95AC-4244-B1D3-C0A0819E2235}" srcOrd="0" destOrd="0" presId="urn:microsoft.com/office/officeart/2005/8/layout/hierarchy1"/>
    <dgm:cxn modelId="{604112E6-BBBF-7B4C-A6C9-5D62FAAE05C8}" type="presOf" srcId="{8C248DE7-3D65-459F-9F76-4A81A9BF03D1}" destId="{D88CE168-9839-BB49-8509-9D2142050981}" srcOrd="0" destOrd="0" presId="urn:microsoft.com/office/officeart/2005/8/layout/hierarchy1"/>
    <dgm:cxn modelId="{15A143EA-AD29-AD4A-940F-ABA7987CF7BC}" type="presOf" srcId="{39DF5E8C-263A-4C42-9196-69D42ECB9481}" destId="{A87D19A6-FA97-8C4C-ADFD-5719B1CB753D}" srcOrd="0" destOrd="0" presId="urn:microsoft.com/office/officeart/2005/8/layout/hierarchy1"/>
    <dgm:cxn modelId="{21E8BA0C-9A4B-7C4A-9DDF-FDFBC3EC2356}" type="presParOf" srcId="{D88CE168-9839-BB49-8509-9D2142050981}" destId="{523C916D-6F7A-8945-B8D0-693218721F7C}" srcOrd="0" destOrd="0" presId="urn:microsoft.com/office/officeart/2005/8/layout/hierarchy1"/>
    <dgm:cxn modelId="{2B487901-50D5-5141-9699-A4B07477A640}" type="presParOf" srcId="{523C916D-6F7A-8945-B8D0-693218721F7C}" destId="{F5BE30D7-C6AB-9D4E-A75B-32C135EAE3BC}" srcOrd="0" destOrd="0" presId="urn:microsoft.com/office/officeart/2005/8/layout/hierarchy1"/>
    <dgm:cxn modelId="{472E7865-7D36-0840-81D2-B3FB6D7DC50C}" type="presParOf" srcId="{F5BE30D7-C6AB-9D4E-A75B-32C135EAE3BC}" destId="{763573B1-8054-EE45-9D9C-DB8D7EAA55D5}" srcOrd="0" destOrd="0" presId="urn:microsoft.com/office/officeart/2005/8/layout/hierarchy1"/>
    <dgm:cxn modelId="{25620DEC-A56E-EC4A-ADA7-C1046F176FDF}" type="presParOf" srcId="{F5BE30D7-C6AB-9D4E-A75B-32C135EAE3BC}" destId="{A87D19A6-FA97-8C4C-ADFD-5719B1CB753D}" srcOrd="1" destOrd="0" presId="urn:microsoft.com/office/officeart/2005/8/layout/hierarchy1"/>
    <dgm:cxn modelId="{2A9776E6-A17B-204A-BF7F-CBEC14F89925}" type="presParOf" srcId="{523C916D-6F7A-8945-B8D0-693218721F7C}" destId="{17A25F38-5F21-824B-931C-2C5584979DFE}" srcOrd="1" destOrd="0" presId="urn:microsoft.com/office/officeart/2005/8/layout/hierarchy1"/>
    <dgm:cxn modelId="{97A800EB-984D-5C48-8144-AC63D0BA237B}" type="presParOf" srcId="{D88CE168-9839-BB49-8509-9D2142050981}" destId="{C18F6852-5375-8243-A0C2-5E7E680F32AD}" srcOrd="1" destOrd="0" presId="urn:microsoft.com/office/officeart/2005/8/layout/hierarchy1"/>
    <dgm:cxn modelId="{8BA29C29-0571-0047-9C42-EF7EC5813289}" type="presParOf" srcId="{C18F6852-5375-8243-A0C2-5E7E680F32AD}" destId="{5DEB5DAB-0185-6F43-BB4C-679CADA8725C}" srcOrd="0" destOrd="0" presId="urn:microsoft.com/office/officeart/2005/8/layout/hierarchy1"/>
    <dgm:cxn modelId="{C361D11D-BC6D-5F49-A665-5B159C3C9681}" type="presParOf" srcId="{5DEB5DAB-0185-6F43-BB4C-679CADA8725C}" destId="{02FBB32D-39AD-3B4D-B0D6-85827B8326E9}" srcOrd="0" destOrd="0" presId="urn:microsoft.com/office/officeart/2005/8/layout/hierarchy1"/>
    <dgm:cxn modelId="{3DFF727D-9C44-4144-9868-5FB5A53CB6D7}" type="presParOf" srcId="{5DEB5DAB-0185-6F43-BB4C-679CADA8725C}" destId="{4DB24459-95AC-4244-B1D3-C0A0819E2235}" srcOrd="1" destOrd="0" presId="urn:microsoft.com/office/officeart/2005/8/layout/hierarchy1"/>
    <dgm:cxn modelId="{85D4AC37-B5AB-8544-A28A-33A4BF36DBDC}" type="presParOf" srcId="{C18F6852-5375-8243-A0C2-5E7E680F32AD}" destId="{C002788F-BA1C-B845-9026-073BBE42C90C}" srcOrd="1" destOrd="0" presId="urn:microsoft.com/office/officeart/2005/8/layout/hierarchy1"/>
    <dgm:cxn modelId="{7D2EE124-E132-3745-AAFF-22C4B98DDC50}" type="presParOf" srcId="{D88CE168-9839-BB49-8509-9D2142050981}" destId="{D426EE69-CE53-5A4B-A3AD-4DE3CBB2EE2A}" srcOrd="2" destOrd="0" presId="urn:microsoft.com/office/officeart/2005/8/layout/hierarchy1"/>
    <dgm:cxn modelId="{70A359C6-AFC6-5743-8B44-F7198E0C3779}" type="presParOf" srcId="{D426EE69-CE53-5A4B-A3AD-4DE3CBB2EE2A}" destId="{9C294D33-0B4C-F549-979A-4968DBA1A547}" srcOrd="0" destOrd="0" presId="urn:microsoft.com/office/officeart/2005/8/layout/hierarchy1"/>
    <dgm:cxn modelId="{7D879430-8FC4-0E40-AF7E-222FEA66FD51}" type="presParOf" srcId="{9C294D33-0B4C-F549-979A-4968DBA1A547}" destId="{C77AFBBF-0D16-1A47-9C40-82E2B5CB878A}" srcOrd="0" destOrd="0" presId="urn:microsoft.com/office/officeart/2005/8/layout/hierarchy1"/>
    <dgm:cxn modelId="{254F58C3-E99D-F247-9A2F-2158C906D950}" type="presParOf" srcId="{9C294D33-0B4C-F549-979A-4968DBA1A547}" destId="{52117159-C1E7-B44B-8D2C-13F0B2D550A1}" srcOrd="1" destOrd="0" presId="urn:microsoft.com/office/officeart/2005/8/layout/hierarchy1"/>
    <dgm:cxn modelId="{1EE361A4-7279-2F42-9253-ADDAD6418838}" type="presParOf" srcId="{D426EE69-CE53-5A4B-A3AD-4DE3CBB2EE2A}" destId="{1834AD49-A6DD-8D4F-8F74-B97BF230F500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0D964AD-8DE6-4D86-AD53-90E8223D06A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1E1AAC5-3331-4D5B-AC3F-168C36CAB62F}">
      <dgm:prSet/>
      <dgm:spPr/>
      <dgm:t>
        <a:bodyPr/>
        <a:lstStyle/>
        <a:p>
          <a:r>
            <a:rPr lang="en-US" dirty="0"/>
            <a:t>Gradient Boosting best performer</a:t>
          </a:r>
        </a:p>
      </dgm:t>
    </dgm:pt>
    <dgm:pt modelId="{AFC23F29-7E10-4A93-89D9-3943D9680420}" type="parTrans" cxnId="{54978431-1E86-4C5F-807C-32FBDC4DA885}">
      <dgm:prSet/>
      <dgm:spPr/>
      <dgm:t>
        <a:bodyPr/>
        <a:lstStyle/>
        <a:p>
          <a:endParaRPr lang="en-US"/>
        </a:p>
      </dgm:t>
    </dgm:pt>
    <dgm:pt modelId="{8000C0EB-C888-4A2E-BC55-C94BF38CB465}" type="sibTrans" cxnId="{54978431-1E86-4C5F-807C-32FBDC4DA885}">
      <dgm:prSet/>
      <dgm:spPr/>
      <dgm:t>
        <a:bodyPr/>
        <a:lstStyle/>
        <a:p>
          <a:endParaRPr lang="en-US"/>
        </a:p>
      </dgm:t>
    </dgm:pt>
    <dgm:pt modelId="{6F3AB243-0FC6-4278-827A-463F70130D6E}">
      <dgm:prSet/>
      <dgm:spPr/>
      <dgm:t>
        <a:bodyPr/>
        <a:lstStyle/>
        <a:p>
          <a:r>
            <a:rPr lang="en-US" dirty="0"/>
            <a:t>Random Forest strong but lower accuracy</a:t>
          </a:r>
        </a:p>
      </dgm:t>
    </dgm:pt>
    <dgm:pt modelId="{C0CCED8F-77A4-4905-AB31-9A57D2F0FC09}" type="parTrans" cxnId="{3EF29F70-BB00-4F46-A98C-CAF4C02A2CAB}">
      <dgm:prSet/>
      <dgm:spPr/>
      <dgm:t>
        <a:bodyPr/>
        <a:lstStyle/>
        <a:p>
          <a:endParaRPr lang="en-US"/>
        </a:p>
      </dgm:t>
    </dgm:pt>
    <dgm:pt modelId="{9584E105-8251-4C29-ADBD-2B68E959F991}" type="sibTrans" cxnId="{3EF29F70-BB00-4F46-A98C-CAF4C02A2CAB}">
      <dgm:prSet/>
      <dgm:spPr/>
      <dgm:t>
        <a:bodyPr/>
        <a:lstStyle/>
        <a:p>
          <a:endParaRPr lang="en-US"/>
        </a:p>
      </dgm:t>
    </dgm:pt>
    <dgm:pt modelId="{9736B2F4-4022-4FE5-835B-A31D1904F186}">
      <dgm:prSet/>
      <dgm:spPr/>
      <dgm:t>
        <a:bodyPr/>
        <a:lstStyle/>
        <a:p>
          <a:r>
            <a:rPr lang="en-US" dirty="0"/>
            <a:t>Ridge Regression weakest</a:t>
          </a:r>
        </a:p>
      </dgm:t>
    </dgm:pt>
    <dgm:pt modelId="{09D7D1B5-AA93-419E-8F62-AC09D1D7B15E}" type="parTrans" cxnId="{764EBD24-A0F9-42B6-A14D-E712A1143221}">
      <dgm:prSet/>
      <dgm:spPr/>
      <dgm:t>
        <a:bodyPr/>
        <a:lstStyle/>
        <a:p>
          <a:endParaRPr lang="en-US"/>
        </a:p>
      </dgm:t>
    </dgm:pt>
    <dgm:pt modelId="{370AB519-8E03-4B0A-8197-7C060E46C826}" type="sibTrans" cxnId="{764EBD24-A0F9-42B6-A14D-E712A1143221}">
      <dgm:prSet/>
      <dgm:spPr/>
      <dgm:t>
        <a:bodyPr/>
        <a:lstStyle/>
        <a:p>
          <a:endParaRPr lang="en-US"/>
        </a:p>
      </dgm:t>
    </dgm:pt>
    <dgm:pt modelId="{90A9E84D-6CE5-9B43-814C-E1A2C6EDED15}" type="pres">
      <dgm:prSet presAssocID="{A0D964AD-8DE6-4D86-AD53-90E8223D06A0}" presName="linear" presStyleCnt="0">
        <dgm:presLayoutVars>
          <dgm:animLvl val="lvl"/>
          <dgm:resizeHandles val="exact"/>
        </dgm:presLayoutVars>
      </dgm:prSet>
      <dgm:spPr/>
    </dgm:pt>
    <dgm:pt modelId="{291E1111-59FA-174B-951C-FFBBE730CEBE}" type="pres">
      <dgm:prSet presAssocID="{A1E1AAC5-3331-4D5B-AC3F-168C36CAB62F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9B45CB91-1DAD-B04D-A9BD-EA28143ED164}" type="pres">
      <dgm:prSet presAssocID="{8000C0EB-C888-4A2E-BC55-C94BF38CB465}" presName="spacer" presStyleCnt="0"/>
      <dgm:spPr/>
    </dgm:pt>
    <dgm:pt modelId="{972709EB-D88A-0247-B420-9F131B2AF36E}" type="pres">
      <dgm:prSet presAssocID="{6F3AB243-0FC6-4278-827A-463F70130D6E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02487481-89EC-334A-BB4A-ADAD7B6E0BD1}" type="pres">
      <dgm:prSet presAssocID="{9584E105-8251-4C29-ADBD-2B68E959F991}" presName="spacer" presStyleCnt="0"/>
      <dgm:spPr/>
    </dgm:pt>
    <dgm:pt modelId="{1889293B-28F6-2C4C-A448-AB9E352E9335}" type="pres">
      <dgm:prSet presAssocID="{9736B2F4-4022-4FE5-835B-A31D1904F186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764EBD24-A0F9-42B6-A14D-E712A1143221}" srcId="{A0D964AD-8DE6-4D86-AD53-90E8223D06A0}" destId="{9736B2F4-4022-4FE5-835B-A31D1904F186}" srcOrd="2" destOrd="0" parTransId="{09D7D1B5-AA93-419E-8F62-AC09D1D7B15E}" sibTransId="{370AB519-8E03-4B0A-8197-7C060E46C826}"/>
    <dgm:cxn modelId="{54978431-1E86-4C5F-807C-32FBDC4DA885}" srcId="{A0D964AD-8DE6-4D86-AD53-90E8223D06A0}" destId="{A1E1AAC5-3331-4D5B-AC3F-168C36CAB62F}" srcOrd="0" destOrd="0" parTransId="{AFC23F29-7E10-4A93-89D9-3943D9680420}" sibTransId="{8000C0EB-C888-4A2E-BC55-C94BF38CB465}"/>
    <dgm:cxn modelId="{3EF29F70-BB00-4F46-A98C-CAF4C02A2CAB}" srcId="{A0D964AD-8DE6-4D86-AD53-90E8223D06A0}" destId="{6F3AB243-0FC6-4278-827A-463F70130D6E}" srcOrd="1" destOrd="0" parTransId="{C0CCED8F-77A4-4905-AB31-9A57D2F0FC09}" sibTransId="{9584E105-8251-4C29-ADBD-2B68E959F991}"/>
    <dgm:cxn modelId="{1812B272-2EF7-3E42-85DF-F93B159B2D5B}" type="presOf" srcId="{6F3AB243-0FC6-4278-827A-463F70130D6E}" destId="{972709EB-D88A-0247-B420-9F131B2AF36E}" srcOrd="0" destOrd="0" presId="urn:microsoft.com/office/officeart/2005/8/layout/vList2"/>
    <dgm:cxn modelId="{CA94C07A-E2D0-CE4C-830A-F3C7B5829588}" type="presOf" srcId="{A1E1AAC5-3331-4D5B-AC3F-168C36CAB62F}" destId="{291E1111-59FA-174B-951C-FFBBE730CEBE}" srcOrd="0" destOrd="0" presId="urn:microsoft.com/office/officeart/2005/8/layout/vList2"/>
    <dgm:cxn modelId="{227C1E87-5982-A640-B89B-79981743C731}" type="presOf" srcId="{A0D964AD-8DE6-4D86-AD53-90E8223D06A0}" destId="{90A9E84D-6CE5-9B43-814C-E1A2C6EDED15}" srcOrd="0" destOrd="0" presId="urn:microsoft.com/office/officeart/2005/8/layout/vList2"/>
    <dgm:cxn modelId="{51E9C5AD-754D-3B41-9E69-B8C2D5E5994B}" type="presOf" srcId="{9736B2F4-4022-4FE5-835B-A31D1904F186}" destId="{1889293B-28F6-2C4C-A448-AB9E352E9335}" srcOrd="0" destOrd="0" presId="urn:microsoft.com/office/officeart/2005/8/layout/vList2"/>
    <dgm:cxn modelId="{B9407AC3-AF6A-8C41-A414-0FF3BBC50FE0}" type="presParOf" srcId="{90A9E84D-6CE5-9B43-814C-E1A2C6EDED15}" destId="{291E1111-59FA-174B-951C-FFBBE730CEBE}" srcOrd="0" destOrd="0" presId="urn:microsoft.com/office/officeart/2005/8/layout/vList2"/>
    <dgm:cxn modelId="{C4F5C59A-0739-8745-9E4D-640DFB243C8B}" type="presParOf" srcId="{90A9E84D-6CE5-9B43-814C-E1A2C6EDED15}" destId="{9B45CB91-1DAD-B04D-A9BD-EA28143ED164}" srcOrd="1" destOrd="0" presId="urn:microsoft.com/office/officeart/2005/8/layout/vList2"/>
    <dgm:cxn modelId="{AEDE9B04-742B-F747-B14D-96C045BF83BB}" type="presParOf" srcId="{90A9E84D-6CE5-9B43-814C-E1A2C6EDED15}" destId="{972709EB-D88A-0247-B420-9F131B2AF36E}" srcOrd="2" destOrd="0" presId="urn:microsoft.com/office/officeart/2005/8/layout/vList2"/>
    <dgm:cxn modelId="{AEA70FC4-BA1B-0A47-BB0A-541F2221255E}" type="presParOf" srcId="{90A9E84D-6CE5-9B43-814C-E1A2C6EDED15}" destId="{02487481-89EC-334A-BB4A-ADAD7B6E0BD1}" srcOrd="3" destOrd="0" presId="urn:microsoft.com/office/officeart/2005/8/layout/vList2"/>
    <dgm:cxn modelId="{D88CDE94-A6F7-6344-B32E-2B036478C60E}" type="presParOf" srcId="{90A9E84D-6CE5-9B43-814C-E1A2C6EDED15}" destId="{1889293B-28F6-2C4C-A448-AB9E352E9335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0CCBA884-67F9-4DD4-A084-DD94E5425F05}" type="doc">
      <dgm:prSet loTypeId="urn:microsoft.com/office/officeart/2016/7/layout/HorizontalAction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C291D7ED-405D-4768-B7C1-0EF2ED26E78A}">
      <dgm:prSet/>
      <dgm:spPr/>
      <dgm:t>
        <a:bodyPr/>
        <a:lstStyle/>
        <a:p>
          <a:r>
            <a:rPr lang="en-US"/>
            <a:t>Limitations:</a:t>
          </a:r>
        </a:p>
      </dgm:t>
    </dgm:pt>
    <dgm:pt modelId="{41B306AC-6E5A-4665-8923-C8417A0EB633}" type="parTrans" cxnId="{88C3C7F1-FF36-497A-B38B-91931072513F}">
      <dgm:prSet/>
      <dgm:spPr/>
      <dgm:t>
        <a:bodyPr/>
        <a:lstStyle/>
        <a:p>
          <a:endParaRPr lang="en-US"/>
        </a:p>
      </dgm:t>
    </dgm:pt>
    <dgm:pt modelId="{D9DDECC5-8B58-4935-B95E-ED59CE2056C4}" type="sibTrans" cxnId="{88C3C7F1-FF36-497A-B38B-91931072513F}">
      <dgm:prSet/>
      <dgm:spPr/>
      <dgm:t>
        <a:bodyPr/>
        <a:lstStyle/>
        <a:p>
          <a:endParaRPr lang="en-US"/>
        </a:p>
      </dgm:t>
    </dgm:pt>
    <dgm:pt modelId="{17D13DA1-D9BB-49CB-ADDD-6B7AECE49803}">
      <dgm:prSet/>
      <dgm:spPr/>
      <dgm:t>
        <a:bodyPr/>
        <a:lstStyle/>
        <a:p>
          <a:r>
            <a:rPr lang="en-US"/>
            <a:t>Missing data</a:t>
          </a:r>
        </a:p>
      </dgm:t>
    </dgm:pt>
    <dgm:pt modelId="{B14B49B5-B803-49D7-B5E0-10BE918F470B}" type="parTrans" cxnId="{B6D07157-750D-4E87-94D9-5D3891CC8A91}">
      <dgm:prSet/>
      <dgm:spPr/>
      <dgm:t>
        <a:bodyPr/>
        <a:lstStyle/>
        <a:p>
          <a:endParaRPr lang="en-US"/>
        </a:p>
      </dgm:t>
    </dgm:pt>
    <dgm:pt modelId="{DDC3FA2D-BF32-433A-B3DA-020B4A4167B0}" type="sibTrans" cxnId="{B6D07157-750D-4E87-94D9-5D3891CC8A91}">
      <dgm:prSet/>
      <dgm:spPr/>
      <dgm:t>
        <a:bodyPr/>
        <a:lstStyle/>
        <a:p>
          <a:endParaRPr lang="en-US"/>
        </a:p>
      </dgm:t>
    </dgm:pt>
    <dgm:pt modelId="{9A3BE8E4-39D1-4A4C-97DF-9102FA9FEE06}">
      <dgm:prSet/>
      <dgm:spPr/>
      <dgm:t>
        <a:bodyPr/>
        <a:lstStyle/>
        <a:p>
          <a:r>
            <a:rPr lang="en-US"/>
            <a:t>No timestamped features</a:t>
          </a:r>
        </a:p>
      </dgm:t>
    </dgm:pt>
    <dgm:pt modelId="{FF4EFBB6-706A-4346-993C-0DE3D8756553}" type="parTrans" cxnId="{C3D71F70-CC77-4DA9-BBF7-0E51B495219C}">
      <dgm:prSet/>
      <dgm:spPr/>
      <dgm:t>
        <a:bodyPr/>
        <a:lstStyle/>
        <a:p>
          <a:endParaRPr lang="en-US"/>
        </a:p>
      </dgm:t>
    </dgm:pt>
    <dgm:pt modelId="{87AAAFDF-FF0D-4AC0-99DD-0EC31CAA590B}" type="sibTrans" cxnId="{C3D71F70-CC77-4DA9-BBF7-0E51B495219C}">
      <dgm:prSet/>
      <dgm:spPr/>
      <dgm:t>
        <a:bodyPr/>
        <a:lstStyle/>
        <a:p>
          <a:endParaRPr lang="en-US"/>
        </a:p>
      </dgm:t>
    </dgm:pt>
    <dgm:pt modelId="{158D302A-FA5B-431E-9CB3-963DD05180F3}">
      <dgm:prSet/>
      <dgm:spPr/>
      <dgm:t>
        <a:bodyPr/>
        <a:lstStyle/>
        <a:p>
          <a:r>
            <a:rPr lang="en-US"/>
            <a:t>Strengths:</a:t>
          </a:r>
        </a:p>
      </dgm:t>
    </dgm:pt>
    <dgm:pt modelId="{CC93EB74-12E2-4304-9DFF-B3C4F91D00B3}" type="parTrans" cxnId="{4B3899C9-082E-4547-AD73-435630C3FCE2}">
      <dgm:prSet/>
      <dgm:spPr/>
      <dgm:t>
        <a:bodyPr/>
        <a:lstStyle/>
        <a:p>
          <a:endParaRPr lang="en-US"/>
        </a:p>
      </dgm:t>
    </dgm:pt>
    <dgm:pt modelId="{DB4055F3-9085-4C6D-8518-66F9603364C0}" type="sibTrans" cxnId="{4B3899C9-082E-4547-AD73-435630C3FCE2}">
      <dgm:prSet/>
      <dgm:spPr/>
      <dgm:t>
        <a:bodyPr/>
        <a:lstStyle/>
        <a:p>
          <a:endParaRPr lang="en-US"/>
        </a:p>
      </dgm:t>
    </dgm:pt>
    <dgm:pt modelId="{A3DA7FDB-255C-4C9D-970F-9CF00F360688}">
      <dgm:prSet/>
      <dgm:spPr/>
      <dgm:t>
        <a:bodyPr/>
        <a:lstStyle/>
        <a:p>
          <a:r>
            <a:rPr lang="en-US"/>
            <a:t>Strong predictive performance</a:t>
          </a:r>
        </a:p>
      </dgm:t>
    </dgm:pt>
    <dgm:pt modelId="{96CE4E10-B4C9-4E2B-B752-9353A92CB635}" type="parTrans" cxnId="{16E5953B-541D-486C-BBC6-BA9515420BE1}">
      <dgm:prSet/>
      <dgm:spPr/>
      <dgm:t>
        <a:bodyPr/>
        <a:lstStyle/>
        <a:p>
          <a:endParaRPr lang="en-US"/>
        </a:p>
      </dgm:t>
    </dgm:pt>
    <dgm:pt modelId="{5E3FD41D-C4A2-4AFD-B81D-99981A620177}" type="sibTrans" cxnId="{16E5953B-541D-486C-BBC6-BA9515420BE1}">
      <dgm:prSet/>
      <dgm:spPr/>
      <dgm:t>
        <a:bodyPr/>
        <a:lstStyle/>
        <a:p>
          <a:endParaRPr lang="en-US"/>
        </a:p>
      </dgm:t>
    </dgm:pt>
    <dgm:pt modelId="{900FED30-4DD4-4642-9970-6AD13B4BDF0F}">
      <dgm:prSet/>
      <dgm:spPr/>
      <dgm:t>
        <a:bodyPr/>
        <a:lstStyle/>
        <a:p>
          <a:r>
            <a:rPr lang="en-US"/>
            <a:t>Robust EDA &amp; preprocessing</a:t>
          </a:r>
        </a:p>
      </dgm:t>
    </dgm:pt>
    <dgm:pt modelId="{3A62C401-76DA-4D9E-814A-08F33A1209FE}" type="parTrans" cxnId="{5D82E5F5-16C8-442F-A05F-38D9BE1F569D}">
      <dgm:prSet/>
      <dgm:spPr/>
      <dgm:t>
        <a:bodyPr/>
        <a:lstStyle/>
        <a:p>
          <a:endParaRPr lang="en-US"/>
        </a:p>
      </dgm:t>
    </dgm:pt>
    <dgm:pt modelId="{07BC45B1-1596-41C5-A2C8-4F9DC4215CAA}" type="sibTrans" cxnId="{5D82E5F5-16C8-442F-A05F-38D9BE1F569D}">
      <dgm:prSet/>
      <dgm:spPr/>
      <dgm:t>
        <a:bodyPr/>
        <a:lstStyle/>
        <a:p>
          <a:endParaRPr lang="en-US"/>
        </a:p>
      </dgm:t>
    </dgm:pt>
    <dgm:pt modelId="{F96E308F-FD38-C54C-85B2-8A94B8E0E281}" type="pres">
      <dgm:prSet presAssocID="{0CCBA884-67F9-4DD4-A084-DD94E5425F05}" presName="Name0" presStyleCnt="0">
        <dgm:presLayoutVars>
          <dgm:dir/>
          <dgm:animLvl val="lvl"/>
          <dgm:resizeHandles val="exact"/>
        </dgm:presLayoutVars>
      </dgm:prSet>
      <dgm:spPr/>
    </dgm:pt>
    <dgm:pt modelId="{BBC809FC-60C5-5D4F-85F9-65FFA34E4C51}" type="pres">
      <dgm:prSet presAssocID="{C291D7ED-405D-4768-B7C1-0EF2ED26E78A}" presName="composite" presStyleCnt="0"/>
      <dgm:spPr/>
    </dgm:pt>
    <dgm:pt modelId="{79DB4005-A85C-D74B-93D1-B85A3AC8735E}" type="pres">
      <dgm:prSet presAssocID="{C291D7ED-405D-4768-B7C1-0EF2ED26E78A}" presName="parTx" presStyleLbl="alignNode1" presStyleIdx="0" presStyleCnt="2">
        <dgm:presLayoutVars>
          <dgm:chMax val="0"/>
          <dgm:chPref val="0"/>
        </dgm:presLayoutVars>
      </dgm:prSet>
      <dgm:spPr/>
    </dgm:pt>
    <dgm:pt modelId="{2B7818E9-5E1B-2E44-BF83-4EF71FB73F06}" type="pres">
      <dgm:prSet presAssocID="{C291D7ED-405D-4768-B7C1-0EF2ED26E78A}" presName="desTx" presStyleLbl="alignAccFollowNode1" presStyleIdx="0" presStyleCnt="2">
        <dgm:presLayoutVars/>
      </dgm:prSet>
      <dgm:spPr/>
    </dgm:pt>
    <dgm:pt modelId="{AED7B9CC-7B58-9E4B-8920-DD4C107BBFD8}" type="pres">
      <dgm:prSet presAssocID="{D9DDECC5-8B58-4935-B95E-ED59CE2056C4}" presName="space" presStyleCnt="0"/>
      <dgm:spPr/>
    </dgm:pt>
    <dgm:pt modelId="{DFE62230-69BC-004E-A62E-34DDAF3C3AC4}" type="pres">
      <dgm:prSet presAssocID="{158D302A-FA5B-431E-9CB3-963DD05180F3}" presName="composite" presStyleCnt="0"/>
      <dgm:spPr/>
    </dgm:pt>
    <dgm:pt modelId="{656F1652-6435-564E-89B2-D3CED6452D47}" type="pres">
      <dgm:prSet presAssocID="{158D302A-FA5B-431E-9CB3-963DD05180F3}" presName="parTx" presStyleLbl="alignNode1" presStyleIdx="1" presStyleCnt="2">
        <dgm:presLayoutVars>
          <dgm:chMax val="0"/>
          <dgm:chPref val="0"/>
        </dgm:presLayoutVars>
      </dgm:prSet>
      <dgm:spPr/>
    </dgm:pt>
    <dgm:pt modelId="{E308AE3C-3D06-4E46-8412-51114AA4CAE5}" type="pres">
      <dgm:prSet presAssocID="{158D302A-FA5B-431E-9CB3-963DD05180F3}" presName="desTx" presStyleLbl="alignAccFollowNode1" presStyleIdx="1" presStyleCnt="2">
        <dgm:presLayoutVars/>
      </dgm:prSet>
      <dgm:spPr/>
    </dgm:pt>
  </dgm:ptLst>
  <dgm:cxnLst>
    <dgm:cxn modelId="{16E5953B-541D-486C-BBC6-BA9515420BE1}" srcId="{158D302A-FA5B-431E-9CB3-963DD05180F3}" destId="{A3DA7FDB-255C-4C9D-970F-9CF00F360688}" srcOrd="0" destOrd="0" parTransId="{96CE4E10-B4C9-4E2B-B752-9353A92CB635}" sibTransId="{5E3FD41D-C4A2-4AFD-B81D-99981A620177}"/>
    <dgm:cxn modelId="{B6D07157-750D-4E87-94D9-5D3891CC8A91}" srcId="{C291D7ED-405D-4768-B7C1-0EF2ED26E78A}" destId="{17D13DA1-D9BB-49CB-ADDD-6B7AECE49803}" srcOrd="0" destOrd="0" parTransId="{B14B49B5-B803-49D7-B5E0-10BE918F470B}" sibTransId="{DDC3FA2D-BF32-433A-B3DA-020B4A4167B0}"/>
    <dgm:cxn modelId="{61420D6F-A7C9-5147-903E-8EB795F02382}" type="presOf" srcId="{17D13DA1-D9BB-49CB-ADDD-6B7AECE49803}" destId="{2B7818E9-5E1B-2E44-BF83-4EF71FB73F06}" srcOrd="0" destOrd="0" presId="urn:microsoft.com/office/officeart/2016/7/layout/HorizontalActionList"/>
    <dgm:cxn modelId="{C3D71F70-CC77-4DA9-BBF7-0E51B495219C}" srcId="{C291D7ED-405D-4768-B7C1-0EF2ED26E78A}" destId="{9A3BE8E4-39D1-4A4C-97DF-9102FA9FEE06}" srcOrd="1" destOrd="0" parTransId="{FF4EFBB6-706A-4346-993C-0DE3D8756553}" sibTransId="{87AAAFDF-FF0D-4AC0-99DD-0EC31CAA590B}"/>
    <dgm:cxn modelId="{6F31DB96-E69C-3A4C-A68B-5D6A5F31988C}" type="presOf" srcId="{0CCBA884-67F9-4DD4-A084-DD94E5425F05}" destId="{F96E308F-FD38-C54C-85B2-8A94B8E0E281}" srcOrd="0" destOrd="0" presId="urn:microsoft.com/office/officeart/2016/7/layout/HorizontalActionList"/>
    <dgm:cxn modelId="{45685A99-A3A2-8148-931B-B9E801575DBB}" type="presOf" srcId="{A3DA7FDB-255C-4C9D-970F-9CF00F360688}" destId="{E308AE3C-3D06-4E46-8412-51114AA4CAE5}" srcOrd="0" destOrd="0" presId="urn:microsoft.com/office/officeart/2016/7/layout/HorizontalActionList"/>
    <dgm:cxn modelId="{46589DA1-9DBA-2F42-AB44-616D87146BEB}" type="presOf" srcId="{900FED30-4DD4-4642-9970-6AD13B4BDF0F}" destId="{E308AE3C-3D06-4E46-8412-51114AA4CAE5}" srcOrd="0" destOrd="1" presId="urn:microsoft.com/office/officeart/2016/7/layout/HorizontalActionList"/>
    <dgm:cxn modelId="{90AB15BD-AF6D-654E-984D-091D034B8DD4}" type="presOf" srcId="{9A3BE8E4-39D1-4A4C-97DF-9102FA9FEE06}" destId="{2B7818E9-5E1B-2E44-BF83-4EF71FB73F06}" srcOrd="0" destOrd="1" presId="urn:microsoft.com/office/officeart/2016/7/layout/HorizontalActionList"/>
    <dgm:cxn modelId="{4B3899C9-082E-4547-AD73-435630C3FCE2}" srcId="{0CCBA884-67F9-4DD4-A084-DD94E5425F05}" destId="{158D302A-FA5B-431E-9CB3-963DD05180F3}" srcOrd="1" destOrd="0" parTransId="{CC93EB74-12E2-4304-9DFF-B3C4F91D00B3}" sibTransId="{DB4055F3-9085-4C6D-8518-66F9603364C0}"/>
    <dgm:cxn modelId="{8B596CE7-C4A5-7C45-A3E7-4E22010BAF5B}" type="presOf" srcId="{158D302A-FA5B-431E-9CB3-963DD05180F3}" destId="{656F1652-6435-564E-89B2-D3CED6452D47}" srcOrd="0" destOrd="0" presId="urn:microsoft.com/office/officeart/2016/7/layout/HorizontalActionList"/>
    <dgm:cxn modelId="{88C3C7F1-FF36-497A-B38B-91931072513F}" srcId="{0CCBA884-67F9-4DD4-A084-DD94E5425F05}" destId="{C291D7ED-405D-4768-B7C1-0EF2ED26E78A}" srcOrd="0" destOrd="0" parTransId="{41B306AC-6E5A-4665-8923-C8417A0EB633}" sibTransId="{D9DDECC5-8B58-4935-B95E-ED59CE2056C4}"/>
    <dgm:cxn modelId="{5D82E5F5-16C8-442F-A05F-38D9BE1F569D}" srcId="{158D302A-FA5B-431E-9CB3-963DD05180F3}" destId="{900FED30-4DD4-4642-9970-6AD13B4BDF0F}" srcOrd="1" destOrd="0" parTransId="{3A62C401-76DA-4D9E-814A-08F33A1209FE}" sibTransId="{07BC45B1-1596-41C5-A2C8-4F9DC4215CAA}"/>
    <dgm:cxn modelId="{619A8CF9-582D-8F41-A502-547D5E393BF5}" type="presOf" srcId="{C291D7ED-405D-4768-B7C1-0EF2ED26E78A}" destId="{79DB4005-A85C-D74B-93D1-B85A3AC8735E}" srcOrd="0" destOrd="0" presId="urn:microsoft.com/office/officeart/2016/7/layout/HorizontalActionList"/>
    <dgm:cxn modelId="{9B206B97-2C95-494E-AEF2-EF1E69853CBD}" type="presParOf" srcId="{F96E308F-FD38-C54C-85B2-8A94B8E0E281}" destId="{BBC809FC-60C5-5D4F-85F9-65FFA34E4C51}" srcOrd="0" destOrd="0" presId="urn:microsoft.com/office/officeart/2016/7/layout/HorizontalActionList"/>
    <dgm:cxn modelId="{1D9D88EC-D1B7-144E-9A4D-74975C4B8118}" type="presParOf" srcId="{BBC809FC-60C5-5D4F-85F9-65FFA34E4C51}" destId="{79DB4005-A85C-D74B-93D1-B85A3AC8735E}" srcOrd="0" destOrd="0" presId="urn:microsoft.com/office/officeart/2016/7/layout/HorizontalActionList"/>
    <dgm:cxn modelId="{0B8580CD-D0B3-8C40-904E-3D9A0C16AAAA}" type="presParOf" srcId="{BBC809FC-60C5-5D4F-85F9-65FFA34E4C51}" destId="{2B7818E9-5E1B-2E44-BF83-4EF71FB73F06}" srcOrd="1" destOrd="0" presId="urn:microsoft.com/office/officeart/2016/7/layout/HorizontalActionList"/>
    <dgm:cxn modelId="{FC5CC947-B4EE-884A-A976-84E09D0091E9}" type="presParOf" srcId="{F96E308F-FD38-C54C-85B2-8A94B8E0E281}" destId="{AED7B9CC-7B58-9E4B-8920-DD4C107BBFD8}" srcOrd="1" destOrd="0" presId="urn:microsoft.com/office/officeart/2016/7/layout/HorizontalActionList"/>
    <dgm:cxn modelId="{1A2DA792-F571-5F41-9CF9-6B2CAADDA66C}" type="presParOf" srcId="{F96E308F-FD38-C54C-85B2-8A94B8E0E281}" destId="{DFE62230-69BC-004E-A62E-34DDAF3C3AC4}" srcOrd="2" destOrd="0" presId="urn:microsoft.com/office/officeart/2016/7/layout/HorizontalActionList"/>
    <dgm:cxn modelId="{568D3073-0C2B-1640-8EF8-91A60CC42EB3}" type="presParOf" srcId="{DFE62230-69BC-004E-A62E-34DDAF3C3AC4}" destId="{656F1652-6435-564E-89B2-D3CED6452D47}" srcOrd="0" destOrd="0" presId="urn:microsoft.com/office/officeart/2016/7/layout/HorizontalActionList"/>
    <dgm:cxn modelId="{5704A8C7-EB3D-3942-8465-E5BE7A13E7C4}" type="presParOf" srcId="{DFE62230-69BC-004E-A62E-34DDAF3C3AC4}" destId="{E308AE3C-3D06-4E46-8412-51114AA4CAE5}" srcOrd="1" destOrd="0" presId="urn:microsoft.com/office/officeart/2016/7/layout/Horizontal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B55B2F0B-E84C-4811-9F69-2BC78790D73C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F66DBF5E-7FEC-48DD-9917-3629798987B0}">
      <dgm:prSet/>
      <dgm:spPr/>
      <dgm:t>
        <a:bodyPr/>
        <a:lstStyle/>
        <a:p>
          <a:pPr>
            <a:defRPr cap="all"/>
          </a:pPr>
          <a:r>
            <a:rPr lang="en-US"/>
            <a:t>Helps understand risk factors</a:t>
          </a:r>
        </a:p>
      </dgm:t>
    </dgm:pt>
    <dgm:pt modelId="{0711259B-0442-4B9D-9200-42827DC21BCB}" type="parTrans" cxnId="{CC91B6D0-DAA5-4D42-B2B4-F87E9A86125B}">
      <dgm:prSet/>
      <dgm:spPr/>
      <dgm:t>
        <a:bodyPr/>
        <a:lstStyle/>
        <a:p>
          <a:endParaRPr lang="en-US"/>
        </a:p>
      </dgm:t>
    </dgm:pt>
    <dgm:pt modelId="{9427E87D-9609-4DB1-9DAD-273D68605A34}" type="sibTrans" cxnId="{CC91B6D0-DAA5-4D42-B2B4-F87E9A86125B}">
      <dgm:prSet/>
      <dgm:spPr/>
      <dgm:t>
        <a:bodyPr/>
        <a:lstStyle/>
        <a:p>
          <a:endParaRPr lang="en-US"/>
        </a:p>
      </dgm:t>
    </dgm:pt>
    <dgm:pt modelId="{A5A3B52B-1B62-4450-BDD8-3E74D4CEA607}">
      <dgm:prSet/>
      <dgm:spPr/>
      <dgm:t>
        <a:bodyPr/>
        <a:lstStyle/>
        <a:p>
          <a:pPr>
            <a:defRPr cap="all"/>
          </a:pPr>
          <a:r>
            <a:rPr lang="en-US"/>
            <a:t>Supports clinical decision-making</a:t>
          </a:r>
        </a:p>
      </dgm:t>
    </dgm:pt>
    <dgm:pt modelId="{26E4CEBA-A24F-4CE7-9F6B-3C7ABBAB1268}" type="parTrans" cxnId="{E386E27F-D61D-4235-86F7-22253FEB271D}">
      <dgm:prSet/>
      <dgm:spPr/>
      <dgm:t>
        <a:bodyPr/>
        <a:lstStyle/>
        <a:p>
          <a:endParaRPr lang="en-US"/>
        </a:p>
      </dgm:t>
    </dgm:pt>
    <dgm:pt modelId="{44ECEF7B-8F4D-4707-B238-050343898D81}" type="sibTrans" cxnId="{E386E27F-D61D-4235-86F7-22253FEB271D}">
      <dgm:prSet/>
      <dgm:spPr/>
      <dgm:t>
        <a:bodyPr/>
        <a:lstStyle/>
        <a:p>
          <a:endParaRPr lang="en-US"/>
        </a:p>
      </dgm:t>
    </dgm:pt>
    <dgm:pt modelId="{EA0D2EA0-31D0-41C1-A924-AB59E82A2F0D}">
      <dgm:prSet/>
      <dgm:spPr/>
      <dgm:t>
        <a:bodyPr/>
        <a:lstStyle/>
        <a:p>
          <a:pPr>
            <a:defRPr cap="all"/>
          </a:pPr>
          <a:r>
            <a:rPr lang="en-US"/>
            <a:t>Framework for future predictive systems</a:t>
          </a:r>
        </a:p>
      </dgm:t>
    </dgm:pt>
    <dgm:pt modelId="{8008503C-6ACD-4D12-9738-84A5883C3E75}" type="parTrans" cxnId="{9061A545-F6E8-488D-80C9-F6EA2941AA2C}">
      <dgm:prSet/>
      <dgm:spPr/>
      <dgm:t>
        <a:bodyPr/>
        <a:lstStyle/>
        <a:p>
          <a:endParaRPr lang="en-US"/>
        </a:p>
      </dgm:t>
    </dgm:pt>
    <dgm:pt modelId="{9ECF6CC4-C790-4F0C-84AE-D9DF6CDB503F}" type="sibTrans" cxnId="{9061A545-F6E8-488D-80C9-F6EA2941AA2C}">
      <dgm:prSet/>
      <dgm:spPr/>
      <dgm:t>
        <a:bodyPr/>
        <a:lstStyle/>
        <a:p>
          <a:endParaRPr lang="en-US"/>
        </a:p>
      </dgm:t>
    </dgm:pt>
    <dgm:pt modelId="{A8789629-6DD2-4830-B096-1B447955056E}" type="pres">
      <dgm:prSet presAssocID="{B55B2F0B-E84C-4811-9F69-2BC78790D73C}" presName="root" presStyleCnt="0">
        <dgm:presLayoutVars>
          <dgm:dir/>
          <dgm:resizeHandles val="exact"/>
        </dgm:presLayoutVars>
      </dgm:prSet>
      <dgm:spPr/>
    </dgm:pt>
    <dgm:pt modelId="{FC99D410-DB51-4D04-AAA0-EADEF2291605}" type="pres">
      <dgm:prSet presAssocID="{F66DBF5E-7FEC-48DD-9917-3629798987B0}" presName="compNode" presStyleCnt="0"/>
      <dgm:spPr/>
    </dgm:pt>
    <dgm:pt modelId="{CEB17C24-6CFF-4621-B82F-4AA43A492293}" type="pres">
      <dgm:prSet presAssocID="{F66DBF5E-7FEC-48DD-9917-3629798987B0}" presName="iconBgRect" presStyleLbl="bgShp" presStyleIdx="0" presStyleCnt="3"/>
      <dgm:spPr/>
    </dgm:pt>
    <dgm:pt modelId="{E869433E-51DC-446F-A702-AC052BA560EC}" type="pres">
      <dgm:prSet presAssocID="{F66DBF5E-7FEC-48DD-9917-3629798987B0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3A5389DB-9CEB-400A-A18B-337F45D1EF8D}" type="pres">
      <dgm:prSet presAssocID="{F66DBF5E-7FEC-48DD-9917-3629798987B0}" presName="spaceRect" presStyleCnt="0"/>
      <dgm:spPr/>
    </dgm:pt>
    <dgm:pt modelId="{E6FF4EB9-5D3B-4F6B-A4FA-D6609A56F9CA}" type="pres">
      <dgm:prSet presAssocID="{F66DBF5E-7FEC-48DD-9917-3629798987B0}" presName="textRect" presStyleLbl="revTx" presStyleIdx="0" presStyleCnt="3">
        <dgm:presLayoutVars>
          <dgm:chMax val="1"/>
          <dgm:chPref val="1"/>
        </dgm:presLayoutVars>
      </dgm:prSet>
      <dgm:spPr/>
    </dgm:pt>
    <dgm:pt modelId="{63FF7B00-CC2E-424C-A035-5DC99B3A94C8}" type="pres">
      <dgm:prSet presAssocID="{9427E87D-9609-4DB1-9DAD-273D68605A34}" presName="sibTrans" presStyleCnt="0"/>
      <dgm:spPr/>
    </dgm:pt>
    <dgm:pt modelId="{1E9E91E5-5780-451F-9EE3-F6F727BF3F47}" type="pres">
      <dgm:prSet presAssocID="{A5A3B52B-1B62-4450-BDD8-3E74D4CEA607}" presName="compNode" presStyleCnt="0"/>
      <dgm:spPr/>
    </dgm:pt>
    <dgm:pt modelId="{EF0091D8-9F90-4362-B08B-1310524779B6}" type="pres">
      <dgm:prSet presAssocID="{A5A3B52B-1B62-4450-BDD8-3E74D4CEA607}" presName="iconBgRect" presStyleLbl="bgShp" presStyleIdx="1" presStyleCnt="3"/>
      <dgm:spPr/>
    </dgm:pt>
    <dgm:pt modelId="{E9C92256-0CFE-4253-A555-B954D9E44092}" type="pres">
      <dgm:prSet presAssocID="{A5A3B52B-1B62-4450-BDD8-3E74D4CEA60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823AED49-6033-4E95-8D42-56ED4F12DB2D}" type="pres">
      <dgm:prSet presAssocID="{A5A3B52B-1B62-4450-BDD8-3E74D4CEA607}" presName="spaceRect" presStyleCnt="0"/>
      <dgm:spPr/>
    </dgm:pt>
    <dgm:pt modelId="{47AF0804-DA26-4EFD-B2CF-971988FE86DA}" type="pres">
      <dgm:prSet presAssocID="{A5A3B52B-1B62-4450-BDD8-3E74D4CEA607}" presName="textRect" presStyleLbl="revTx" presStyleIdx="1" presStyleCnt="3">
        <dgm:presLayoutVars>
          <dgm:chMax val="1"/>
          <dgm:chPref val="1"/>
        </dgm:presLayoutVars>
      </dgm:prSet>
      <dgm:spPr/>
    </dgm:pt>
    <dgm:pt modelId="{2C139945-E18F-4A88-B30B-ED751B4D56AD}" type="pres">
      <dgm:prSet presAssocID="{44ECEF7B-8F4D-4707-B238-050343898D81}" presName="sibTrans" presStyleCnt="0"/>
      <dgm:spPr/>
    </dgm:pt>
    <dgm:pt modelId="{1C0B7E52-267C-4B73-B7A0-93AE711ECFE7}" type="pres">
      <dgm:prSet presAssocID="{EA0D2EA0-31D0-41C1-A924-AB59E82A2F0D}" presName="compNode" presStyleCnt="0"/>
      <dgm:spPr/>
    </dgm:pt>
    <dgm:pt modelId="{EC46B4B6-B16A-4D49-AC96-738B8AF851C0}" type="pres">
      <dgm:prSet presAssocID="{EA0D2EA0-31D0-41C1-A924-AB59E82A2F0D}" presName="iconBgRect" presStyleLbl="bgShp" presStyleIdx="2" presStyleCnt="3"/>
      <dgm:spPr/>
    </dgm:pt>
    <dgm:pt modelId="{B93006FE-9A20-43EB-A5F1-9D8B4FFF9B51}" type="pres">
      <dgm:prSet presAssocID="{EA0D2EA0-31D0-41C1-A924-AB59E82A2F0D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0C53A6F7-D197-4E7C-8DC7-510007B85C4B}" type="pres">
      <dgm:prSet presAssocID="{EA0D2EA0-31D0-41C1-A924-AB59E82A2F0D}" presName="spaceRect" presStyleCnt="0"/>
      <dgm:spPr/>
    </dgm:pt>
    <dgm:pt modelId="{882A1291-49C5-4146-A3D9-CF9C9B936718}" type="pres">
      <dgm:prSet presAssocID="{EA0D2EA0-31D0-41C1-A924-AB59E82A2F0D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9A1CD119-6609-4486-8BB7-322CC7E3EA09}" type="presOf" srcId="{B55B2F0B-E84C-4811-9F69-2BC78790D73C}" destId="{A8789629-6DD2-4830-B096-1B447955056E}" srcOrd="0" destOrd="0" presId="urn:microsoft.com/office/officeart/2018/5/layout/IconCircleLabelList"/>
    <dgm:cxn modelId="{99764A27-A0ED-4571-A946-689118FE0D72}" type="presOf" srcId="{A5A3B52B-1B62-4450-BDD8-3E74D4CEA607}" destId="{47AF0804-DA26-4EFD-B2CF-971988FE86DA}" srcOrd="0" destOrd="0" presId="urn:microsoft.com/office/officeart/2018/5/layout/IconCircleLabelList"/>
    <dgm:cxn modelId="{9061A545-F6E8-488D-80C9-F6EA2941AA2C}" srcId="{B55B2F0B-E84C-4811-9F69-2BC78790D73C}" destId="{EA0D2EA0-31D0-41C1-A924-AB59E82A2F0D}" srcOrd="2" destOrd="0" parTransId="{8008503C-6ACD-4D12-9738-84A5883C3E75}" sibTransId="{9ECF6CC4-C790-4F0C-84AE-D9DF6CDB503F}"/>
    <dgm:cxn modelId="{D5DC2654-B787-405C-853C-C1F39867CA96}" type="presOf" srcId="{F66DBF5E-7FEC-48DD-9917-3629798987B0}" destId="{E6FF4EB9-5D3B-4F6B-A4FA-D6609A56F9CA}" srcOrd="0" destOrd="0" presId="urn:microsoft.com/office/officeart/2018/5/layout/IconCircleLabelList"/>
    <dgm:cxn modelId="{E386E27F-D61D-4235-86F7-22253FEB271D}" srcId="{B55B2F0B-E84C-4811-9F69-2BC78790D73C}" destId="{A5A3B52B-1B62-4450-BDD8-3E74D4CEA607}" srcOrd="1" destOrd="0" parTransId="{26E4CEBA-A24F-4CE7-9F6B-3C7ABBAB1268}" sibTransId="{44ECEF7B-8F4D-4707-B238-050343898D81}"/>
    <dgm:cxn modelId="{2432C9A3-2D71-4B12-96DA-BA67B28B1D90}" type="presOf" srcId="{EA0D2EA0-31D0-41C1-A924-AB59E82A2F0D}" destId="{882A1291-49C5-4146-A3D9-CF9C9B936718}" srcOrd="0" destOrd="0" presId="urn:microsoft.com/office/officeart/2018/5/layout/IconCircleLabelList"/>
    <dgm:cxn modelId="{CC91B6D0-DAA5-4D42-B2B4-F87E9A86125B}" srcId="{B55B2F0B-E84C-4811-9F69-2BC78790D73C}" destId="{F66DBF5E-7FEC-48DD-9917-3629798987B0}" srcOrd="0" destOrd="0" parTransId="{0711259B-0442-4B9D-9200-42827DC21BCB}" sibTransId="{9427E87D-9609-4DB1-9DAD-273D68605A34}"/>
    <dgm:cxn modelId="{F675BE73-1A6A-46D9-935A-0B2078B74FD6}" type="presParOf" srcId="{A8789629-6DD2-4830-B096-1B447955056E}" destId="{FC99D410-DB51-4D04-AAA0-EADEF2291605}" srcOrd="0" destOrd="0" presId="urn:microsoft.com/office/officeart/2018/5/layout/IconCircleLabelList"/>
    <dgm:cxn modelId="{F8321F7E-CD73-4486-8676-E14C3B838E0F}" type="presParOf" srcId="{FC99D410-DB51-4D04-AAA0-EADEF2291605}" destId="{CEB17C24-6CFF-4621-B82F-4AA43A492293}" srcOrd="0" destOrd="0" presId="urn:microsoft.com/office/officeart/2018/5/layout/IconCircleLabelList"/>
    <dgm:cxn modelId="{2DBD0FC1-574B-4FDD-AD88-53EE704564EF}" type="presParOf" srcId="{FC99D410-DB51-4D04-AAA0-EADEF2291605}" destId="{E869433E-51DC-446F-A702-AC052BA560EC}" srcOrd="1" destOrd="0" presId="urn:microsoft.com/office/officeart/2018/5/layout/IconCircleLabelList"/>
    <dgm:cxn modelId="{3EA5DFC4-9F51-496B-9337-A0D43E77FE9D}" type="presParOf" srcId="{FC99D410-DB51-4D04-AAA0-EADEF2291605}" destId="{3A5389DB-9CEB-400A-A18B-337F45D1EF8D}" srcOrd="2" destOrd="0" presId="urn:microsoft.com/office/officeart/2018/5/layout/IconCircleLabelList"/>
    <dgm:cxn modelId="{50AAE6F9-8539-4E74-A6D2-685B1E86BD2B}" type="presParOf" srcId="{FC99D410-DB51-4D04-AAA0-EADEF2291605}" destId="{E6FF4EB9-5D3B-4F6B-A4FA-D6609A56F9CA}" srcOrd="3" destOrd="0" presId="urn:microsoft.com/office/officeart/2018/5/layout/IconCircleLabelList"/>
    <dgm:cxn modelId="{00819A74-DFC4-44BE-9C14-386282D26464}" type="presParOf" srcId="{A8789629-6DD2-4830-B096-1B447955056E}" destId="{63FF7B00-CC2E-424C-A035-5DC99B3A94C8}" srcOrd="1" destOrd="0" presId="urn:microsoft.com/office/officeart/2018/5/layout/IconCircleLabelList"/>
    <dgm:cxn modelId="{72927345-7ED7-46BE-9889-3A6EA667BAA9}" type="presParOf" srcId="{A8789629-6DD2-4830-B096-1B447955056E}" destId="{1E9E91E5-5780-451F-9EE3-F6F727BF3F47}" srcOrd="2" destOrd="0" presId="urn:microsoft.com/office/officeart/2018/5/layout/IconCircleLabelList"/>
    <dgm:cxn modelId="{4975FB5F-5F0A-4435-AECF-569C8EF88A91}" type="presParOf" srcId="{1E9E91E5-5780-451F-9EE3-F6F727BF3F47}" destId="{EF0091D8-9F90-4362-B08B-1310524779B6}" srcOrd="0" destOrd="0" presId="urn:microsoft.com/office/officeart/2018/5/layout/IconCircleLabelList"/>
    <dgm:cxn modelId="{1ACF74D0-1DA3-4817-813D-22AD9D5A111D}" type="presParOf" srcId="{1E9E91E5-5780-451F-9EE3-F6F727BF3F47}" destId="{E9C92256-0CFE-4253-A555-B954D9E44092}" srcOrd="1" destOrd="0" presId="urn:microsoft.com/office/officeart/2018/5/layout/IconCircleLabelList"/>
    <dgm:cxn modelId="{D997E535-FEFE-4F4C-84DC-543B4719FAE0}" type="presParOf" srcId="{1E9E91E5-5780-451F-9EE3-F6F727BF3F47}" destId="{823AED49-6033-4E95-8D42-56ED4F12DB2D}" srcOrd="2" destOrd="0" presId="urn:microsoft.com/office/officeart/2018/5/layout/IconCircleLabelList"/>
    <dgm:cxn modelId="{3AB938DC-2610-4E2E-B753-5F02597BE007}" type="presParOf" srcId="{1E9E91E5-5780-451F-9EE3-F6F727BF3F47}" destId="{47AF0804-DA26-4EFD-B2CF-971988FE86DA}" srcOrd="3" destOrd="0" presId="urn:microsoft.com/office/officeart/2018/5/layout/IconCircleLabelList"/>
    <dgm:cxn modelId="{67E8F6C5-D3E8-4327-9798-81964C28C3C0}" type="presParOf" srcId="{A8789629-6DD2-4830-B096-1B447955056E}" destId="{2C139945-E18F-4A88-B30B-ED751B4D56AD}" srcOrd="3" destOrd="0" presId="urn:microsoft.com/office/officeart/2018/5/layout/IconCircleLabelList"/>
    <dgm:cxn modelId="{9B9196A3-8F23-4DFF-83BF-6F3C455379CB}" type="presParOf" srcId="{A8789629-6DD2-4830-B096-1B447955056E}" destId="{1C0B7E52-267C-4B73-B7A0-93AE711ECFE7}" srcOrd="4" destOrd="0" presId="urn:microsoft.com/office/officeart/2018/5/layout/IconCircleLabelList"/>
    <dgm:cxn modelId="{EF722F79-0425-4ED9-8A71-C92C021F4B44}" type="presParOf" srcId="{1C0B7E52-267C-4B73-B7A0-93AE711ECFE7}" destId="{EC46B4B6-B16A-4D49-AC96-738B8AF851C0}" srcOrd="0" destOrd="0" presId="urn:microsoft.com/office/officeart/2018/5/layout/IconCircleLabelList"/>
    <dgm:cxn modelId="{B77CF3F5-2262-44CC-8AB3-4C167F62D588}" type="presParOf" srcId="{1C0B7E52-267C-4B73-B7A0-93AE711ECFE7}" destId="{B93006FE-9A20-43EB-A5F1-9D8B4FFF9B51}" srcOrd="1" destOrd="0" presId="urn:microsoft.com/office/officeart/2018/5/layout/IconCircleLabelList"/>
    <dgm:cxn modelId="{37BCBDA9-9558-46E4-9753-4FA1534A83DD}" type="presParOf" srcId="{1C0B7E52-267C-4B73-B7A0-93AE711ECFE7}" destId="{0C53A6F7-D197-4E7C-8DC7-510007B85C4B}" srcOrd="2" destOrd="0" presId="urn:microsoft.com/office/officeart/2018/5/layout/IconCircleLabelList"/>
    <dgm:cxn modelId="{082632DA-A0A3-4719-A1E4-AB9F0E9BFF5C}" type="presParOf" srcId="{1C0B7E52-267C-4B73-B7A0-93AE711ECFE7}" destId="{882A1291-49C5-4146-A3D9-CF9C9B936718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0CCD2D0A-DBCE-48C1-91CD-E73D4495AE24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7275648E-8BEE-4590-A7B3-949D0B575336}">
      <dgm:prSet custT="1"/>
      <dgm:spPr/>
      <dgm:t>
        <a:bodyPr/>
        <a:lstStyle/>
        <a:p>
          <a:r>
            <a:rPr lang="en-GB" sz="2000" i="1" dirty="0"/>
            <a:t>Prioleau, T., Lu, B. &amp; Cui, Y. (2025) Glucose-ML: A collection of longitudinal diabetes datasets for development of robust AI solutions</a:t>
          </a:r>
          <a:endParaRPr lang="en-US" sz="2000" dirty="0"/>
        </a:p>
      </dgm:t>
    </dgm:pt>
    <dgm:pt modelId="{4CE051C8-B3D4-484C-9263-ABC7BA30EF4D}" type="parTrans" cxnId="{567178DC-6EF4-4BB5-8222-BEB1AB640353}">
      <dgm:prSet/>
      <dgm:spPr/>
      <dgm:t>
        <a:bodyPr/>
        <a:lstStyle/>
        <a:p>
          <a:endParaRPr lang="en-US"/>
        </a:p>
      </dgm:t>
    </dgm:pt>
    <dgm:pt modelId="{50D3914A-0A62-4931-95E8-65DB35598588}" type="sibTrans" cxnId="{567178DC-6EF4-4BB5-8222-BEB1AB640353}">
      <dgm:prSet/>
      <dgm:spPr/>
      <dgm:t>
        <a:bodyPr/>
        <a:lstStyle/>
        <a:p>
          <a:endParaRPr lang="en-US"/>
        </a:p>
      </dgm:t>
    </dgm:pt>
    <dgm:pt modelId="{E7F14392-9D83-4E15-909B-B08A86252849}">
      <dgm:prSet/>
      <dgm:spPr/>
      <dgm:t>
        <a:bodyPr/>
        <a:lstStyle/>
        <a:p>
          <a:r>
            <a:rPr lang="en-GB" i="1" dirty="0"/>
            <a:t>Shashaj, B. et al. (2022). Machine learning for personalized insulin and glucose forecasting.</a:t>
          </a:r>
          <a:endParaRPr lang="en-US" dirty="0"/>
        </a:p>
      </dgm:t>
    </dgm:pt>
    <dgm:pt modelId="{6B146D15-1052-47FA-867D-CDA44760177D}" type="parTrans" cxnId="{70C221DD-DBD0-4FCF-8FFE-8ADF1B4AD7CF}">
      <dgm:prSet/>
      <dgm:spPr/>
      <dgm:t>
        <a:bodyPr/>
        <a:lstStyle/>
        <a:p>
          <a:endParaRPr lang="en-US"/>
        </a:p>
      </dgm:t>
    </dgm:pt>
    <dgm:pt modelId="{FFB05DF5-774C-4288-B156-2B9604415BC0}" type="sibTrans" cxnId="{70C221DD-DBD0-4FCF-8FFE-8ADF1B4AD7CF}">
      <dgm:prSet/>
      <dgm:spPr/>
      <dgm:t>
        <a:bodyPr/>
        <a:lstStyle/>
        <a:p>
          <a:endParaRPr lang="en-US"/>
        </a:p>
      </dgm:t>
    </dgm:pt>
    <dgm:pt modelId="{49E70D53-2359-4691-93C8-EC48095E586B}">
      <dgm:prSet/>
      <dgm:spPr/>
      <dgm:t>
        <a:bodyPr/>
        <a:lstStyle/>
        <a:p>
          <a:r>
            <a:rPr lang="en-GB" i="1" dirty="0"/>
            <a:t>Li, K. et al. (2020). Time-series models for diabetes management.</a:t>
          </a:r>
          <a:endParaRPr lang="en-US" dirty="0"/>
        </a:p>
      </dgm:t>
    </dgm:pt>
    <dgm:pt modelId="{DFD6EEE9-C5D7-49E0-B4C7-7A1CD2D96FBF}" type="sibTrans" cxnId="{65F49B7B-6F48-459D-8D53-BA15EF855561}">
      <dgm:prSet/>
      <dgm:spPr/>
      <dgm:t>
        <a:bodyPr/>
        <a:lstStyle/>
        <a:p>
          <a:endParaRPr lang="en-US"/>
        </a:p>
      </dgm:t>
    </dgm:pt>
    <dgm:pt modelId="{29710697-E57A-44E5-AB0F-E5B629669A61}" type="parTrans" cxnId="{65F49B7B-6F48-459D-8D53-BA15EF855561}">
      <dgm:prSet/>
      <dgm:spPr/>
      <dgm:t>
        <a:bodyPr/>
        <a:lstStyle/>
        <a:p>
          <a:endParaRPr lang="en-US"/>
        </a:p>
      </dgm:t>
    </dgm:pt>
    <dgm:pt modelId="{D0B2D2A7-B65B-874D-A7AD-66F5DAE02EF5}" type="pres">
      <dgm:prSet presAssocID="{0CCD2D0A-DBCE-48C1-91CD-E73D4495AE24}" presName="linear" presStyleCnt="0">
        <dgm:presLayoutVars>
          <dgm:animLvl val="lvl"/>
          <dgm:resizeHandles val="exact"/>
        </dgm:presLayoutVars>
      </dgm:prSet>
      <dgm:spPr/>
    </dgm:pt>
    <dgm:pt modelId="{106D2ED9-0AFD-474E-A2E9-F2EC2F15BD65}" type="pres">
      <dgm:prSet presAssocID="{7275648E-8BEE-4590-A7B3-949D0B575336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B5C9A0B2-4B0C-054B-A2F0-BE71AB3FCEAA}" type="pres">
      <dgm:prSet presAssocID="{50D3914A-0A62-4931-95E8-65DB35598588}" presName="spacer" presStyleCnt="0"/>
      <dgm:spPr/>
    </dgm:pt>
    <dgm:pt modelId="{15DB44C2-2C56-EC41-AE8B-EA109FAEDC71}" type="pres">
      <dgm:prSet presAssocID="{49E70D53-2359-4691-93C8-EC48095E586B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1BE6F7F4-251A-9D42-99DF-6E912B87026A}" type="pres">
      <dgm:prSet presAssocID="{DFD6EEE9-C5D7-49E0-B4C7-7A1CD2D96FBF}" presName="spacer" presStyleCnt="0"/>
      <dgm:spPr/>
    </dgm:pt>
    <dgm:pt modelId="{76D61041-3652-6248-A225-4F28288F2EF0}" type="pres">
      <dgm:prSet presAssocID="{E7F14392-9D83-4E15-909B-B08A86252849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F1CC7F28-3AF5-D748-9B2B-8F82DA6DC7CE}" type="presOf" srcId="{7275648E-8BEE-4590-A7B3-949D0B575336}" destId="{106D2ED9-0AFD-474E-A2E9-F2EC2F15BD65}" srcOrd="0" destOrd="0" presId="urn:microsoft.com/office/officeart/2005/8/layout/vList2"/>
    <dgm:cxn modelId="{65F49B7B-6F48-459D-8D53-BA15EF855561}" srcId="{0CCD2D0A-DBCE-48C1-91CD-E73D4495AE24}" destId="{49E70D53-2359-4691-93C8-EC48095E586B}" srcOrd="1" destOrd="0" parTransId="{29710697-E57A-44E5-AB0F-E5B629669A61}" sibTransId="{DFD6EEE9-C5D7-49E0-B4C7-7A1CD2D96FBF}"/>
    <dgm:cxn modelId="{7805B7C3-5E60-C84D-84D7-8174E7201BFB}" type="presOf" srcId="{0CCD2D0A-DBCE-48C1-91CD-E73D4495AE24}" destId="{D0B2D2A7-B65B-874D-A7AD-66F5DAE02EF5}" srcOrd="0" destOrd="0" presId="urn:microsoft.com/office/officeart/2005/8/layout/vList2"/>
    <dgm:cxn modelId="{E782CAD5-1C82-6F4D-AF40-2BB314478DAE}" type="presOf" srcId="{49E70D53-2359-4691-93C8-EC48095E586B}" destId="{15DB44C2-2C56-EC41-AE8B-EA109FAEDC71}" srcOrd="0" destOrd="0" presId="urn:microsoft.com/office/officeart/2005/8/layout/vList2"/>
    <dgm:cxn modelId="{567178DC-6EF4-4BB5-8222-BEB1AB640353}" srcId="{0CCD2D0A-DBCE-48C1-91CD-E73D4495AE24}" destId="{7275648E-8BEE-4590-A7B3-949D0B575336}" srcOrd="0" destOrd="0" parTransId="{4CE051C8-B3D4-484C-9263-ABC7BA30EF4D}" sibTransId="{50D3914A-0A62-4931-95E8-65DB35598588}"/>
    <dgm:cxn modelId="{70C221DD-DBD0-4FCF-8FFE-8ADF1B4AD7CF}" srcId="{0CCD2D0A-DBCE-48C1-91CD-E73D4495AE24}" destId="{E7F14392-9D83-4E15-909B-B08A86252849}" srcOrd="2" destOrd="0" parTransId="{6B146D15-1052-47FA-867D-CDA44760177D}" sibTransId="{FFB05DF5-774C-4288-B156-2B9604415BC0}"/>
    <dgm:cxn modelId="{1F369BEF-A6ED-9246-974B-ADEE9B76A8E0}" type="presOf" srcId="{E7F14392-9D83-4E15-909B-B08A86252849}" destId="{76D61041-3652-6248-A225-4F28288F2EF0}" srcOrd="0" destOrd="0" presId="urn:microsoft.com/office/officeart/2005/8/layout/vList2"/>
    <dgm:cxn modelId="{2FA67631-EE38-9A42-85F3-B7F46F5C490A}" type="presParOf" srcId="{D0B2D2A7-B65B-874D-A7AD-66F5DAE02EF5}" destId="{106D2ED9-0AFD-474E-A2E9-F2EC2F15BD65}" srcOrd="0" destOrd="0" presId="urn:microsoft.com/office/officeart/2005/8/layout/vList2"/>
    <dgm:cxn modelId="{21843E3E-BC92-FD46-B2ED-360FE9177F0E}" type="presParOf" srcId="{D0B2D2A7-B65B-874D-A7AD-66F5DAE02EF5}" destId="{B5C9A0B2-4B0C-054B-A2F0-BE71AB3FCEAA}" srcOrd="1" destOrd="0" presId="urn:microsoft.com/office/officeart/2005/8/layout/vList2"/>
    <dgm:cxn modelId="{4D4585FC-336B-084B-9670-BBC1B95E3AB0}" type="presParOf" srcId="{D0B2D2A7-B65B-874D-A7AD-66F5DAE02EF5}" destId="{15DB44C2-2C56-EC41-AE8B-EA109FAEDC71}" srcOrd="2" destOrd="0" presId="urn:microsoft.com/office/officeart/2005/8/layout/vList2"/>
    <dgm:cxn modelId="{C7DA1E0B-ED3B-1B4E-A010-D24ECB2B00EB}" type="presParOf" srcId="{D0B2D2A7-B65B-874D-A7AD-66F5DAE02EF5}" destId="{1BE6F7F4-251A-9D42-99DF-6E912B87026A}" srcOrd="3" destOrd="0" presId="urn:microsoft.com/office/officeart/2005/8/layout/vList2"/>
    <dgm:cxn modelId="{667B51D5-6300-AD43-B776-08D270077A9B}" type="presParOf" srcId="{D0B2D2A7-B65B-874D-A7AD-66F5DAE02EF5}" destId="{76D61041-3652-6248-A225-4F28288F2EF0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57B9BEB3-6B84-4264-A316-2EA81110F83F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11BFA8B3-2243-47B4-9C87-1994D010F208}">
      <dgm:prSet/>
      <dgm:spPr/>
      <dgm:t>
        <a:bodyPr/>
        <a:lstStyle/>
        <a:p>
          <a:pPr>
            <a:defRPr b="1"/>
          </a:pPr>
          <a:r>
            <a:rPr lang="en-US"/>
            <a:t>Conclusion:</a:t>
          </a:r>
        </a:p>
      </dgm:t>
    </dgm:pt>
    <dgm:pt modelId="{1DBA5C3D-AA6E-4840-A87B-BCAF072E2E2F}" type="parTrans" cxnId="{116DC43F-9F34-4E91-BCA0-DE1B3A57A1EE}">
      <dgm:prSet/>
      <dgm:spPr/>
      <dgm:t>
        <a:bodyPr/>
        <a:lstStyle/>
        <a:p>
          <a:endParaRPr lang="en-US"/>
        </a:p>
      </dgm:t>
    </dgm:pt>
    <dgm:pt modelId="{63A6FEA1-A585-4731-A80A-33015D6E6394}" type="sibTrans" cxnId="{116DC43F-9F34-4E91-BCA0-DE1B3A57A1EE}">
      <dgm:prSet/>
      <dgm:spPr/>
      <dgm:t>
        <a:bodyPr/>
        <a:lstStyle/>
        <a:p>
          <a:endParaRPr lang="en-US"/>
        </a:p>
      </dgm:t>
    </dgm:pt>
    <dgm:pt modelId="{CC29BAE6-7326-41AF-BF43-2BBBF8B5C4AE}">
      <dgm:prSet/>
      <dgm:spPr/>
      <dgm:t>
        <a:bodyPr/>
        <a:lstStyle/>
        <a:p>
          <a:r>
            <a:rPr lang="en-US" dirty="0"/>
            <a:t>GBM best model</a:t>
          </a:r>
        </a:p>
      </dgm:t>
    </dgm:pt>
    <dgm:pt modelId="{9352537A-7ADB-4CB0-921F-8C7EB50F6D62}" type="parTrans" cxnId="{7A553F06-6878-4C61-8DFF-9322B63AAE2D}">
      <dgm:prSet/>
      <dgm:spPr/>
      <dgm:t>
        <a:bodyPr/>
        <a:lstStyle/>
        <a:p>
          <a:endParaRPr lang="en-US"/>
        </a:p>
      </dgm:t>
    </dgm:pt>
    <dgm:pt modelId="{7325974D-FA49-4842-80D0-CD1A6E58717F}" type="sibTrans" cxnId="{7A553F06-6878-4C61-8DFF-9322B63AAE2D}">
      <dgm:prSet/>
      <dgm:spPr/>
      <dgm:t>
        <a:bodyPr/>
        <a:lstStyle/>
        <a:p>
          <a:endParaRPr lang="en-US"/>
        </a:p>
      </dgm:t>
    </dgm:pt>
    <dgm:pt modelId="{A653F3FF-F556-4535-9543-9011AD8A4FA1}">
      <dgm:prSet/>
      <dgm:spPr/>
      <dgm:t>
        <a:bodyPr/>
        <a:lstStyle/>
        <a:p>
          <a:r>
            <a:rPr lang="en-US"/>
            <a:t>Multivariate prediction successful</a:t>
          </a:r>
        </a:p>
      </dgm:t>
    </dgm:pt>
    <dgm:pt modelId="{40FE8B73-45FC-4BFA-9C5B-5EB12DC1F176}" type="parTrans" cxnId="{CDED1598-D4A9-43C8-BA05-2106B22BF152}">
      <dgm:prSet/>
      <dgm:spPr/>
      <dgm:t>
        <a:bodyPr/>
        <a:lstStyle/>
        <a:p>
          <a:endParaRPr lang="en-US"/>
        </a:p>
      </dgm:t>
    </dgm:pt>
    <dgm:pt modelId="{F1A1FDC6-45BB-4BB6-AB0F-C1F6CD7793AE}" type="sibTrans" cxnId="{CDED1598-D4A9-43C8-BA05-2106B22BF152}">
      <dgm:prSet/>
      <dgm:spPr/>
      <dgm:t>
        <a:bodyPr/>
        <a:lstStyle/>
        <a:p>
          <a:endParaRPr lang="en-US"/>
        </a:p>
      </dgm:t>
    </dgm:pt>
    <dgm:pt modelId="{3C78022F-FDA9-4CF9-9FFE-60E5490A36C3}">
      <dgm:prSet/>
      <dgm:spPr/>
      <dgm:t>
        <a:bodyPr/>
        <a:lstStyle/>
        <a:p>
          <a:pPr>
            <a:defRPr b="1"/>
          </a:pPr>
          <a:r>
            <a:rPr lang="en-US" dirty="0"/>
            <a:t>Future:</a:t>
          </a:r>
        </a:p>
      </dgm:t>
    </dgm:pt>
    <dgm:pt modelId="{38721A9F-7CD5-4822-AAF2-ED4BE26F1351}" type="parTrans" cxnId="{BABF90E3-0855-496A-9E73-D2CD1B30BDAC}">
      <dgm:prSet/>
      <dgm:spPr/>
      <dgm:t>
        <a:bodyPr/>
        <a:lstStyle/>
        <a:p>
          <a:endParaRPr lang="en-US"/>
        </a:p>
      </dgm:t>
    </dgm:pt>
    <dgm:pt modelId="{163AE5D9-3F37-4A95-83A2-F2D254940A06}" type="sibTrans" cxnId="{BABF90E3-0855-496A-9E73-D2CD1B30BDAC}">
      <dgm:prSet/>
      <dgm:spPr/>
      <dgm:t>
        <a:bodyPr/>
        <a:lstStyle/>
        <a:p>
          <a:endParaRPr lang="en-US"/>
        </a:p>
      </dgm:t>
    </dgm:pt>
    <dgm:pt modelId="{6144F9E1-4A34-4960-82B5-51125259DE25}">
      <dgm:prSet/>
      <dgm:spPr/>
      <dgm:t>
        <a:bodyPr/>
        <a:lstStyle/>
        <a:p>
          <a:r>
            <a:rPr lang="en-US"/>
            <a:t>Add LSTM+GRU</a:t>
          </a:r>
        </a:p>
      </dgm:t>
    </dgm:pt>
    <dgm:pt modelId="{A865F1F3-44EA-4B90-BCD9-729D4746A4F9}" type="parTrans" cxnId="{669D2B43-6C79-420C-A122-A75FC31311BC}">
      <dgm:prSet/>
      <dgm:spPr/>
      <dgm:t>
        <a:bodyPr/>
        <a:lstStyle/>
        <a:p>
          <a:endParaRPr lang="en-US"/>
        </a:p>
      </dgm:t>
    </dgm:pt>
    <dgm:pt modelId="{F69CD326-4E93-43E5-A49F-0379AD1C8013}" type="sibTrans" cxnId="{669D2B43-6C79-420C-A122-A75FC31311BC}">
      <dgm:prSet/>
      <dgm:spPr/>
      <dgm:t>
        <a:bodyPr/>
        <a:lstStyle/>
        <a:p>
          <a:endParaRPr lang="en-US"/>
        </a:p>
      </dgm:t>
    </dgm:pt>
    <dgm:pt modelId="{8795085B-5D74-4221-814D-AEF572211AA9}">
      <dgm:prSet/>
      <dgm:spPr/>
      <dgm:t>
        <a:bodyPr/>
        <a:lstStyle/>
        <a:p>
          <a:r>
            <a:rPr lang="en-US"/>
            <a:t>More datasets</a:t>
          </a:r>
        </a:p>
      </dgm:t>
    </dgm:pt>
    <dgm:pt modelId="{3051774A-BEA9-49D9-9B92-0A5DEA44CFBE}" type="parTrans" cxnId="{8F72F37C-9731-408B-9FE5-0D6488466FE3}">
      <dgm:prSet/>
      <dgm:spPr/>
      <dgm:t>
        <a:bodyPr/>
        <a:lstStyle/>
        <a:p>
          <a:endParaRPr lang="en-US"/>
        </a:p>
      </dgm:t>
    </dgm:pt>
    <dgm:pt modelId="{1FC11E78-C1EF-41D5-96C4-260BB1CA1591}" type="sibTrans" cxnId="{8F72F37C-9731-408B-9FE5-0D6488466FE3}">
      <dgm:prSet/>
      <dgm:spPr/>
      <dgm:t>
        <a:bodyPr/>
        <a:lstStyle/>
        <a:p>
          <a:endParaRPr lang="en-US"/>
        </a:p>
      </dgm:t>
    </dgm:pt>
    <dgm:pt modelId="{E6DBA32B-B294-4CEE-AD24-EED7A5D8BDBD}">
      <dgm:prSet/>
      <dgm:spPr/>
      <dgm:t>
        <a:bodyPr/>
        <a:lstStyle/>
        <a:p>
          <a:r>
            <a:rPr lang="en-US"/>
            <a:t>Interpretability via SHAP</a:t>
          </a:r>
        </a:p>
      </dgm:t>
    </dgm:pt>
    <dgm:pt modelId="{C29B589F-9C5F-4F9D-BE85-1E3DDC64D91C}" type="parTrans" cxnId="{701E79C8-D790-4D91-9E19-48E1C3805E3D}">
      <dgm:prSet/>
      <dgm:spPr/>
      <dgm:t>
        <a:bodyPr/>
        <a:lstStyle/>
        <a:p>
          <a:endParaRPr lang="en-US"/>
        </a:p>
      </dgm:t>
    </dgm:pt>
    <dgm:pt modelId="{45A45E3F-9575-4CEB-9B63-F53889FDBADC}" type="sibTrans" cxnId="{701E79C8-D790-4D91-9E19-48E1C3805E3D}">
      <dgm:prSet/>
      <dgm:spPr/>
      <dgm:t>
        <a:bodyPr/>
        <a:lstStyle/>
        <a:p>
          <a:endParaRPr lang="en-US"/>
        </a:p>
      </dgm:t>
    </dgm:pt>
    <dgm:pt modelId="{722CFA8B-ED78-404F-A549-5FD80029DF01}" type="pres">
      <dgm:prSet presAssocID="{57B9BEB3-6B84-4264-A316-2EA81110F83F}" presName="root" presStyleCnt="0">
        <dgm:presLayoutVars>
          <dgm:dir/>
          <dgm:resizeHandles val="exact"/>
        </dgm:presLayoutVars>
      </dgm:prSet>
      <dgm:spPr/>
    </dgm:pt>
    <dgm:pt modelId="{BAA82FB6-987D-4F7F-A92F-7894B00DA1E1}" type="pres">
      <dgm:prSet presAssocID="{11BFA8B3-2243-47B4-9C87-1994D010F208}" presName="compNode" presStyleCnt="0"/>
      <dgm:spPr/>
    </dgm:pt>
    <dgm:pt modelId="{D85A9AF6-7EB5-4123-B3C4-61C5651C6B1C}" type="pres">
      <dgm:prSet presAssocID="{11BFA8B3-2243-47B4-9C87-1994D010F208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ick"/>
        </a:ext>
      </dgm:extLst>
    </dgm:pt>
    <dgm:pt modelId="{FD01F034-E0F0-4BDA-A1A6-37E962D62C80}" type="pres">
      <dgm:prSet presAssocID="{11BFA8B3-2243-47B4-9C87-1994D010F208}" presName="iconSpace" presStyleCnt="0"/>
      <dgm:spPr/>
    </dgm:pt>
    <dgm:pt modelId="{4F09947C-2A83-4BD2-A610-6FD9330D1D38}" type="pres">
      <dgm:prSet presAssocID="{11BFA8B3-2243-47B4-9C87-1994D010F208}" presName="parTx" presStyleLbl="revTx" presStyleIdx="0" presStyleCnt="4">
        <dgm:presLayoutVars>
          <dgm:chMax val="0"/>
          <dgm:chPref val="0"/>
        </dgm:presLayoutVars>
      </dgm:prSet>
      <dgm:spPr/>
    </dgm:pt>
    <dgm:pt modelId="{56E67611-7FD7-42D5-9D5E-E9D9A8B1A883}" type="pres">
      <dgm:prSet presAssocID="{11BFA8B3-2243-47B4-9C87-1994D010F208}" presName="txSpace" presStyleCnt="0"/>
      <dgm:spPr/>
    </dgm:pt>
    <dgm:pt modelId="{79648477-CAFD-4EC4-AA0A-16BBB2E74EAE}" type="pres">
      <dgm:prSet presAssocID="{11BFA8B3-2243-47B4-9C87-1994D010F208}" presName="desTx" presStyleLbl="revTx" presStyleIdx="1" presStyleCnt="4">
        <dgm:presLayoutVars/>
      </dgm:prSet>
      <dgm:spPr/>
    </dgm:pt>
    <dgm:pt modelId="{A72E03D9-9215-4972-A1EA-5185DF88C2BA}" type="pres">
      <dgm:prSet presAssocID="{63A6FEA1-A585-4731-A80A-33015D6E6394}" presName="sibTrans" presStyleCnt="0"/>
      <dgm:spPr/>
    </dgm:pt>
    <dgm:pt modelId="{B7C59881-2AB2-41C2-8630-D1BEF373842B}" type="pres">
      <dgm:prSet presAssocID="{3C78022F-FDA9-4CF9-9FFE-60E5490A36C3}" presName="compNode" presStyleCnt="0"/>
      <dgm:spPr/>
    </dgm:pt>
    <dgm:pt modelId="{732CE6AE-14E9-451B-B929-EDA038B55558}" type="pres">
      <dgm:prSet presAssocID="{3C78022F-FDA9-4CF9-9FFE-60E5490A36C3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B437EF8F-BC37-4966-B422-79B401753E32}" type="pres">
      <dgm:prSet presAssocID="{3C78022F-FDA9-4CF9-9FFE-60E5490A36C3}" presName="iconSpace" presStyleCnt="0"/>
      <dgm:spPr/>
    </dgm:pt>
    <dgm:pt modelId="{62EFB362-5332-4190-8E72-CA2D6C9A8041}" type="pres">
      <dgm:prSet presAssocID="{3C78022F-FDA9-4CF9-9FFE-60E5490A36C3}" presName="parTx" presStyleLbl="revTx" presStyleIdx="2" presStyleCnt="4">
        <dgm:presLayoutVars>
          <dgm:chMax val="0"/>
          <dgm:chPref val="0"/>
        </dgm:presLayoutVars>
      </dgm:prSet>
      <dgm:spPr/>
    </dgm:pt>
    <dgm:pt modelId="{9AAE5F54-805D-4A44-8058-65F95C558992}" type="pres">
      <dgm:prSet presAssocID="{3C78022F-FDA9-4CF9-9FFE-60E5490A36C3}" presName="txSpace" presStyleCnt="0"/>
      <dgm:spPr/>
    </dgm:pt>
    <dgm:pt modelId="{661DC69F-6C72-4611-A1E5-00625E8B77BB}" type="pres">
      <dgm:prSet presAssocID="{3C78022F-FDA9-4CF9-9FFE-60E5490A36C3}" presName="desTx" presStyleLbl="revTx" presStyleIdx="3" presStyleCnt="4">
        <dgm:presLayoutVars/>
      </dgm:prSet>
      <dgm:spPr/>
    </dgm:pt>
  </dgm:ptLst>
  <dgm:cxnLst>
    <dgm:cxn modelId="{7A553F06-6878-4C61-8DFF-9322B63AAE2D}" srcId="{11BFA8B3-2243-47B4-9C87-1994D010F208}" destId="{CC29BAE6-7326-41AF-BF43-2BBBF8B5C4AE}" srcOrd="0" destOrd="0" parTransId="{9352537A-7ADB-4CB0-921F-8C7EB50F6D62}" sibTransId="{7325974D-FA49-4842-80D0-CD1A6E58717F}"/>
    <dgm:cxn modelId="{3E5D5008-8497-4601-B1D7-542C91A1698F}" type="presOf" srcId="{E6DBA32B-B294-4CEE-AD24-EED7A5D8BDBD}" destId="{661DC69F-6C72-4611-A1E5-00625E8B77BB}" srcOrd="0" destOrd="2" presId="urn:microsoft.com/office/officeart/2018/5/layout/CenteredIconLabelDescriptionList"/>
    <dgm:cxn modelId="{116DC43F-9F34-4E91-BCA0-DE1B3A57A1EE}" srcId="{57B9BEB3-6B84-4264-A316-2EA81110F83F}" destId="{11BFA8B3-2243-47B4-9C87-1994D010F208}" srcOrd="0" destOrd="0" parTransId="{1DBA5C3D-AA6E-4840-A87B-BCAF072E2E2F}" sibTransId="{63A6FEA1-A585-4731-A80A-33015D6E6394}"/>
    <dgm:cxn modelId="{669D2B43-6C79-420C-A122-A75FC31311BC}" srcId="{3C78022F-FDA9-4CF9-9FFE-60E5490A36C3}" destId="{6144F9E1-4A34-4960-82B5-51125259DE25}" srcOrd="0" destOrd="0" parTransId="{A865F1F3-44EA-4B90-BCD9-729D4746A4F9}" sibTransId="{F69CD326-4E93-43E5-A49F-0379AD1C8013}"/>
    <dgm:cxn modelId="{4363A051-971F-4F85-8788-D08DFF285D84}" type="presOf" srcId="{A653F3FF-F556-4535-9543-9011AD8A4FA1}" destId="{79648477-CAFD-4EC4-AA0A-16BBB2E74EAE}" srcOrd="0" destOrd="1" presId="urn:microsoft.com/office/officeart/2018/5/layout/CenteredIconLabelDescriptionList"/>
    <dgm:cxn modelId="{8F72F37C-9731-408B-9FE5-0D6488466FE3}" srcId="{3C78022F-FDA9-4CF9-9FFE-60E5490A36C3}" destId="{8795085B-5D74-4221-814D-AEF572211AA9}" srcOrd="1" destOrd="0" parTransId="{3051774A-BEA9-49D9-9B92-0A5DEA44CFBE}" sibTransId="{1FC11E78-C1EF-41D5-96C4-260BB1CA1591}"/>
    <dgm:cxn modelId="{AD3A3788-7900-44BD-8B52-0B9E399B4CEB}" type="presOf" srcId="{CC29BAE6-7326-41AF-BF43-2BBBF8B5C4AE}" destId="{79648477-CAFD-4EC4-AA0A-16BBB2E74EAE}" srcOrd="0" destOrd="0" presId="urn:microsoft.com/office/officeart/2018/5/layout/CenteredIconLabelDescriptionList"/>
    <dgm:cxn modelId="{CDED1598-D4A9-43C8-BA05-2106B22BF152}" srcId="{11BFA8B3-2243-47B4-9C87-1994D010F208}" destId="{A653F3FF-F556-4535-9543-9011AD8A4FA1}" srcOrd="1" destOrd="0" parTransId="{40FE8B73-45FC-4BFA-9C5B-5EB12DC1F176}" sibTransId="{F1A1FDC6-45BB-4BB6-AB0F-C1F6CD7793AE}"/>
    <dgm:cxn modelId="{509596A7-028E-4372-9128-F8B06817020F}" type="presOf" srcId="{6144F9E1-4A34-4960-82B5-51125259DE25}" destId="{661DC69F-6C72-4611-A1E5-00625E8B77BB}" srcOrd="0" destOrd="0" presId="urn:microsoft.com/office/officeart/2018/5/layout/CenteredIconLabelDescriptionList"/>
    <dgm:cxn modelId="{A2DD9BA9-52BF-4A18-8C0D-F4DAB4AE6603}" type="presOf" srcId="{3C78022F-FDA9-4CF9-9FFE-60E5490A36C3}" destId="{62EFB362-5332-4190-8E72-CA2D6C9A8041}" srcOrd="0" destOrd="0" presId="urn:microsoft.com/office/officeart/2018/5/layout/CenteredIconLabelDescriptionList"/>
    <dgm:cxn modelId="{701E79C8-D790-4D91-9E19-48E1C3805E3D}" srcId="{3C78022F-FDA9-4CF9-9FFE-60E5490A36C3}" destId="{E6DBA32B-B294-4CEE-AD24-EED7A5D8BDBD}" srcOrd="2" destOrd="0" parTransId="{C29B589F-9C5F-4F9D-BE85-1E3DDC64D91C}" sibTransId="{45A45E3F-9575-4CEB-9B63-F53889FDBADC}"/>
    <dgm:cxn modelId="{6C6100E3-2B31-42BA-8D69-DCCF9F5F4B83}" type="presOf" srcId="{8795085B-5D74-4221-814D-AEF572211AA9}" destId="{661DC69F-6C72-4611-A1E5-00625E8B77BB}" srcOrd="0" destOrd="1" presId="urn:microsoft.com/office/officeart/2018/5/layout/CenteredIconLabelDescriptionList"/>
    <dgm:cxn modelId="{BABF90E3-0855-496A-9E73-D2CD1B30BDAC}" srcId="{57B9BEB3-6B84-4264-A316-2EA81110F83F}" destId="{3C78022F-FDA9-4CF9-9FFE-60E5490A36C3}" srcOrd="1" destOrd="0" parTransId="{38721A9F-7CD5-4822-AAF2-ED4BE26F1351}" sibTransId="{163AE5D9-3F37-4A95-83A2-F2D254940A06}"/>
    <dgm:cxn modelId="{2A48B2E7-39E7-429B-8ECC-B883D69592BA}" type="presOf" srcId="{57B9BEB3-6B84-4264-A316-2EA81110F83F}" destId="{722CFA8B-ED78-404F-A549-5FD80029DF01}" srcOrd="0" destOrd="0" presId="urn:microsoft.com/office/officeart/2018/5/layout/CenteredIconLabelDescriptionList"/>
    <dgm:cxn modelId="{65262CEA-D693-421A-8624-E38498182406}" type="presOf" srcId="{11BFA8B3-2243-47B4-9C87-1994D010F208}" destId="{4F09947C-2A83-4BD2-A610-6FD9330D1D38}" srcOrd="0" destOrd="0" presId="urn:microsoft.com/office/officeart/2018/5/layout/CenteredIconLabelDescriptionList"/>
    <dgm:cxn modelId="{1C8EE693-1F70-4588-9ABB-E31C39710C94}" type="presParOf" srcId="{722CFA8B-ED78-404F-A549-5FD80029DF01}" destId="{BAA82FB6-987D-4F7F-A92F-7894B00DA1E1}" srcOrd="0" destOrd="0" presId="urn:microsoft.com/office/officeart/2018/5/layout/CenteredIconLabelDescriptionList"/>
    <dgm:cxn modelId="{991344E7-C0B7-468A-8FED-207B190FACC6}" type="presParOf" srcId="{BAA82FB6-987D-4F7F-A92F-7894B00DA1E1}" destId="{D85A9AF6-7EB5-4123-B3C4-61C5651C6B1C}" srcOrd="0" destOrd="0" presId="urn:microsoft.com/office/officeart/2018/5/layout/CenteredIconLabelDescriptionList"/>
    <dgm:cxn modelId="{C12FA590-DF2B-48D0-B888-1791863E897A}" type="presParOf" srcId="{BAA82FB6-987D-4F7F-A92F-7894B00DA1E1}" destId="{FD01F034-E0F0-4BDA-A1A6-37E962D62C80}" srcOrd="1" destOrd="0" presId="urn:microsoft.com/office/officeart/2018/5/layout/CenteredIconLabelDescriptionList"/>
    <dgm:cxn modelId="{64CA9389-F20A-49EE-AAE3-D6A66D21C59C}" type="presParOf" srcId="{BAA82FB6-987D-4F7F-A92F-7894B00DA1E1}" destId="{4F09947C-2A83-4BD2-A610-6FD9330D1D38}" srcOrd="2" destOrd="0" presId="urn:microsoft.com/office/officeart/2018/5/layout/CenteredIconLabelDescriptionList"/>
    <dgm:cxn modelId="{81391093-BD9D-4A0F-9C1D-41BB7A504E2E}" type="presParOf" srcId="{BAA82FB6-987D-4F7F-A92F-7894B00DA1E1}" destId="{56E67611-7FD7-42D5-9D5E-E9D9A8B1A883}" srcOrd="3" destOrd="0" presId="urn:microsoft.com/office/officeart/2018/5/layout/CenteredIconLabelDescriptionList"/>
    <dgm:cxn modelId="{BCFCC992-8C86-4148-A053-E780F552CC09}" type="presParOf" srcId="{BAA82FB6-987D-4F7F-A92F-7894B00DA1E1}" destId="{79648477-CAFD-4EC4-AA0A-16BBB2E74EAE}" srcOrd="4" destOrd="0" presId="urn:microsoft.com/office/officeart/2018/5/layout/CenteredIconLabelDescriptionList"/>
    <dgm:cxn modelId="{EC70736A-653B-4634-B342-537BE9AE0CC1}" type="presParOf" srcId="{722CFA8B-ED78-404F-A549-5FD80029DF01}" destId="{A72E03D9-9215-4972-A1EA-5185DF88C2BA}" srcOrd="1" destOrd="0" presId="urn:microsoft.com/office/officeart/2018/5/layout/CenteredIconLabelDescriptionList"/>
    <dgm:cxn modelId="{F2113B87-765C-4B9F-BDB0-04F5DD45621E}" type="presParOf" srcId="{722CFA8B-ED78-404F-A549-5FD80029DF01}" destId="{B7C59881-2AB2-41C2-8630-D1BEF373842B}" srcOrd="2" destOrd="0" presId="urn:microsoft.com/office/officeart/2018/5/layout/CenteredIconLabelDescriptionList"/>
    <dgm:cxn modelId="{6C139406-0A03-498D-9C87-1019AB21DE04}" type="presParOf" srcId="{B7C59881-2AB2-41C2-8630-D1BEF373842B}" destId="{732CE6AE-14E9-451B-B929-EDA038B55558}" srcOrd="0" destOrd="0" presId="urn:microsoft.com/office/officeart/2018/5/layout/CenteredIconLabelDescriptionList"/>
    <dgm:cxn modelId="{0CDB903A-96F0-466C-992A-C90A29444585}" type="presParOf" srcId="{B7C59881-2AB2-41C2-8630-D1BEF373842B}" destId="{B437EF8F-BC37-4966-B422-79B401753E32}" srcOrd="1" destOrd="0" presId="urn:microsoft.com/office/officeart/2018/5/layout/CenteredIconLabelDescriptionList"/>
    <dgm:cxn modelId="{5C9A8238-B7A3-43CE-927C-472973914159}" type="presParOf" srcId="{B7C59881-2AB2-41C2-8630-D1BEF373842B}" destId="{62EFB362-5332-4190-8E72-CA2D6C9A8041}" srcOrd="2" destOrd="0" presId="urn:microsoft.com/office/officeart/2018/5/layout/CenteredIconLabelDescriptionList"/>
    <dgm:cxn modelId="{1A3133F1-5E4A-4E51-A14A-978BA2D86966}" type="presParOf" srcId="{B7C59881-2AB2-41C2-8630-D1BEF373842B}" destId="{9AAE5F54-805D-4A44-8058-65F95C558992}" srcOrd="3" destOrd="0" presId="urn:microsoft.com/office/officeart/2018/5/layout/CenteredIconLabelDescriptionList"/>
    <dgm:cxn modelId="{C46BCDFB-AB6C-4532-B0A7-63FEAD08C324}" type="presParOf" srcId="{B7C59881-2AB2-41C2-8630-D1BEF373842B}" destId="{661DC69F-6C72-4611-A1E5-00625E8B77BB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948653-1B68-41BB-8D53-CAFC48D72DF8}">
      <dsp:nvSpPr>
        <dsp:cNvPr id="0" name=""/>
        <dsp:cNvSpPr/>
      </dsp:nvSpPr>
      <dsp:spPr>
        <a:xfrm>
          <a:off x="0" y="3535"/>
          <a:ext cx="8229600" cy="75314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59243B-FF28-4ACD-A09D-286C5389ED28}">
      <dsp:nvSpPr>
        <dsp:cNvPr id="0" name=""/>
        <dsp:cNvSpPr/>
      </dsp:nvSpPr>
      <dsp:spPr>
        <a:xfrm>
          <a:off x="227827" y="172994"/>
          <a:ext cx="414231" cy="41423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EC4D00-7519-4CE9-B659-8FC51AD2A7D1}">
      <dsp:nvSpPr>
        <dsp:cNvPr id="0" name=""/>
        <dsp:cNvSpPr/>
      </dsp:nvSpPr>
      <dsp:spPr>
        <a:xfrm>
          <a:off x="869886" y="3535"/>
          <a:ext cx="7359713" cy="753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708" tIns="79708" rIns="79708" bIns="7970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Datetime Processing</a:t>
          </a:r>
          <a:endParaRPr lang="en-US" sz="1900" kern="1200"/>
        </a:p>
      </dsp:txBody>
      <dsp:txXfrm>
        <a:off x="869886" y="3535"/>
        <a:ext cx="7359713" cy="753148"/>
      </dsp:txXfrm>
    </dsp:sp>
    <dsp:sp modelId="{8B3B783F-9BC2-46B5-9434-F9160F5B3695}">
      <dsp:nvSpPr>
        <dsp:cNvPr id="0" name=""/>
        <dsp:cNvSpPr/>
      </dsp:nvSpPr>
      <dsp:spPr>
        <a:xfrm>
          <a:off x="0" y="944971"/>
          <a:ext cx="8229600" cy="75314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DC864C-C8B7-481A-A56B-0A5EB014516B}">
      <dsp:nvSpPr>
        <dsp:cNvPr id="0" name=""/>
        <dsp:cNvSpPr/>
      </dsp:nvSpPr>
      <dsp:spPr>
        <a:xfrm>
          <a:off x="227827" y="1114429"/>
          <a:ext cx="414231" cy="41423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7E5F92-6FD2-4BD9-A169-E6C71089E0DE}">
      <dsp:nvSpPr>
        <dsp:cNvPr id="0" name=""/>
        <dsp:cNvSpPr/>
      </dsp:nvSpPr>
      <dsp:spPr>
        <a:xfrm>
          <a:off x="869886" y="944971"/>
          <a:ext cx="7359713" cy="753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708" tIns="79708" rIns="79708" bIns="7970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Lag Features</a:t>
          </a:r>
          <a:endParaRPr lang="en-US" sz="1900" kern="1200"/>
        </a:p>
      </dsp:txBody>
      <dsp:txXfrm>
        <a:off x="869886" y="944971"/>
        <a:ext cx="7359713" cy="753148"/>
      </dsp:txXfrm>
    </dsp:sp>
    <dsp:sp modelId="{8F0721AE-F851-4D06-9547-B243C987B4DD}">
      <dsp:nvSpPr>
        <dsp:cNvPr id="0" name=""/>
        <dsp:cNvSpPr/>
      </dsp:nvSpPr>
      <dsp:spPr>
        <a:xfrm>
          <a:off x="0" y="1886407"/>
          <a:ext cx="8229600" cy="75314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7B2DC1-502F-4844-AA11-33214CE84A2D}">
      <dsp:nvSpPr>
        <dsp:cNvPr id="0" name=""/>
        <dsp:cNvSpPr/>
      </dsp:nvSpPr>
      <dsp:spPr>
        <a:xfrm>
          <a:off x="227827" y="2055865"/>
          <a:ext cx="414231" cy="41423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FE225B-20F4-49B6-9F09-550CD50E7ED5}">
      <dsp:nvSpPr>
        <dsp:cNvPr id="0" name=""/>
        <dsp:cNvSpPr/>
      </dsp:nvSpPr>
      <dsp:spPr>
        <a:xfrm>
          <a:off x="869886" y="1886407"/>
          <a:ext cx="7359713" cy="753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708" tIns="79708" rIns="79708" bIns="7970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Encoding categorical columns</a:t>
          </a:r>
        </a:p>
      </dsp:txBody>
      <dsp:txXfrm>
        <a:off x="869886" y="1886407"/>
        <a:ext cx="7359713" cy="753148"/>
      </dsp:txXfrm>
    </dsp:sp>
    <dsp:sp modelId="{3B036FCC-111B-4C10-882D-D0825CD03DD1}">
      <dsp:nvSpPr>
        <dsp:cNvPr id="0" name=""/>
        <dsp:cNvSpPr/>
      </dsp:nvSpPr>
      <dsp:spPr>
        <a:xfrm>
          <a:off x="0" y="2827842"/>
          <a:ext cx="8229600" cy="75314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279C55-3BC2-47B8-BDBE-DAFF6F787AE0}">
      <dsp:nvSpPr>
        <dsp:cNvPr id="0" name=""/>
        <dsp:cNvSpPr/>
      </dsp:nvSpPr>
      <dsp:spPr>
        <a:xfrm>
          <a:off x="227827" y="2997301"/>
          <a:ext cx="414231" cy="41423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6DAF87-0D02-47CB-BA93-6A1B009B6839}">
      <dsp:nvSpPr>
        <dsp:cNvPr id="0" name=""/>
        <dsp:cNvSpPr/>
      </dsp:nvSpPr>
      <dsp:spPr>
        <a:xfrm>
          <a:off x="869886" y="2827842"/>
          <a:ext cx="7359713" cy="753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708" tIns="79708" rIns="79708" bIns="7970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Scaling numerical features</a:t>
          </a:r>
        </a:p>
      </dsp:txBody>
      <dsp:txXfrm>
        <a:off x="869886" y="2827842"/>
        <a:ext cx="7359713" cy="753148"/>
      </dsp:txXfrm>
    </dsp:sp>
    <dsp:sp modelId="{868A0D6A-6617-4F44-8963-D13E10F11AD6}">
      <dsp:nvSpPr>
        <dsp:cNvPr id="0" name=""/>
        <dsp:cNvSpPr/>
      </dsp:nvSpPr>
      <dsp:spPr>
        <a:xfrm>
          <a:off x="0" y="3769278"/>
          <a:ext cx="8229600" cy="75314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F7AD4C-1C6F-4C0D-A72C-2F132091B343}">
      <dsp:nvSpPr>
        <dsp:cNvPr id="0" name=""/>
        <dsp:cNvSpPr/>
      </dsp:nvSpPr>
      <dsp:spPr>
        <a:xfrm>
          <a:off x="227827" y="3938736"/>
          <a:ext cx="414231" cy="414231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DABD2B-1C69-4788-9F2C-1A290F28FB10}">
      <dsp:nvSpPr>
        <dsp:cNvPr id="0" name=""/>
        <dsp:cNvSpPr/>
      </dsp:nvSpPr>
      <dsp:spPr>
        <a:xfrm>
          <a:off x="869886" y="3769278"/>
          <a:ext cx="7359713" cy="753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708" tIns="79708" rIns="79708" bIns="7970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Creating engineered predictors</a:t>
          </a:r>
        </a:p>
      </dsp:txBody>
      <dsp:txXfrm>
        <a:off x="869886" y="3769278"/>
        <a:ext cx="7359713" cy="75314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573A3D-823C-2D46-B0C3-AC5451D769AE}">
      <dsp:nvSpPr>
        <dsp:cNvPr id="0" name=""/>
        <dsp:cNvSpPr/>
      </dsp:nvSpPr>
      <dsp:spPr>
        <a:xfrm>
          <a:off x="4052821" y="97273"/>
          <a:ext cx="1555544" cy="15555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Ridge Regression (baseline)</a:t>
          </a:r>
        </a:p>
      </dsp:txBody>
      <dsp:txXfrm>
        <a:off x="4052821" y="97273"/>
        <a:ext cx="1555544" cy="1555544"/>
      </dsp:txXfrm>
    </dsp:sp>
    <dsp:sp modelId="{9515016A-EA2A-2E42-8A8A-B0D34BE8EE26}">
      <dsp:nvSpPr>
        <dsp:cNvPr id="0" name=""/>
        <dsp:cNvSpPr/>
      </dsp:nvSpPr>
      <dsp:spPr>
        <a:xfrm>
          <a:off x="1310264" y="-1175"/>
          <a:ext cx="4396550" cy="4396550"/>
        </a:xfrm>
        <a:prstGeom prst="circularArrow">
          <a:avLst>
            <a:gd name="adj1" fmla="val 6899"/>
            <a:gd name="adj2" fmla="val 465133"/>
            <a:gd name="adj3" fmla="val 550339"/>
            <a:gd name="adj4" fmla="val 20584528"/>
            <a:gd name="adj5" fmla="val 8049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566FD6-0D74-6440-B7B9-764A75F5D5EF}">
      <dsp:nvSpPr>
        <dsp:cNvPr id="0" name=""/>
        <dsp:cNvSpPr/>
      </dsp:nvSpPr>
      <dsp:spPr>
        <a:xfrm>
          <a:off x="4052821" y="2741381"/>
          <a:ext cx="1555544" cy="15555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Random Forest Regressor</a:t>
          </a:r>
        </a:p>
      </dsp:txBody>
      <dsp:txXfrm>
        <a:off x="4052821" y="2741381"/>
        <a:ext cx="1555544" cy="1555544"/>
      </dsp:txXfrm>
    </dsp:sp>
    <dsp:sp modelId="{D51D5862-E097-4A4E-8689-053314F8EB35}">
      <dsp:nvSpPr>
        <dsp:cNvPr id="0" name=""/>
        <dsp:cNvSpPr/>
      </dsp:nvSpPr>
      <dsp:spPr>
        <a:xfrm>
          <a:off x="1310264" y="-1175"/>
          <a:ext cx="4396550" cy="4396550"/>
        </a:xfrm>
        <a:prstGeom prst="circularArrow">
          <a:avLst>
            <a:gd name="adj1" fmla="val 6899"/>
            <a:gd name="adj2" fmla="val 465133"/>
            <a:gd name="adj3" fmla="val 5950339"/>
            <a:gd name="adj4" fmla="val 4384528"/>
            <a:gd name="adj5" fmla="val 8049"/>
          </a:avLst>
        </a:prstGeom>
        <a:solidFill>
          <a:schemeClr val="accent5">
            <a:hueOff val="-3311292"/>
            <a:satOff val="13270"/>
            <a:lumOff val="287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99CADE-3938-8B43-A043-382D87768246}">
      <dsp:nvSpPr>
        <dsp:cNvPr id="0" name=""/>
        <dsp:cNvSpPr/>
      </dsp:nvSpPr>
      <dsp:spPr>
        <a:xfrm>
          <a:off x="1408713" y="2741381"/>
          <a:ext cx="1555544" cy="15555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Gradient Boosting Regressor</a:t>
          </a:r>
        </a:p>
      </dsp:txBody>
      <dsp:txXfrm>
        <a:off x="1408713" y="2741381"/>
        <a:ext cx="1555544" cy="1555544"/>
      </dsp:txXfrm>
    </dsp:sp>
    <dsp:sp modelId="{6920686A-FEE0-4F46-9A1D-156451D3DDA3}">
      <dsp:nvSpPr>
        <dsp:cNvPr id="0" name=""/>
        <dsp:cNvSpPr/>
      </dsp:nvSpPr>
      <dsp:spPr>
        <a:xfrm>
          <a:off x="1310264" y="-1175"/>
          <a:ext cx="4396550" cy="4396550"/>
        </a:xfrm>
        <a:prstGeom prst="circularArrow">
          <a:avLst>
            <a:gd name="adj1" fmla="val 6899"/>
            <a:gd name="adj2" fmla="val 465133"/>
            <a:gd name="adj3" fmla="val 11350339"/>
            <a:gd name="adj4" fmla="val 9784528"/>
            <a:gd name="adj5" fmla="val 8049"/>
          </a:avLst>
        </a:prstGeom>
        <a:solidFill>
          <a:schemeClr val="accent5">
            <a:hueOff val="-6622584"/>
            <a:satOff val="26541"/>
            <a:lumOff val="575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024082-B72F-C04A-A046-8D0BAF1941F6}">
      <dsp:nvSpPr>
        <dsp:cNvPr id="0" name=""/>
        <dsp:cNvSpPr/>
      </dsp:nvSpPr>
      <dsp:spPr>
        <a:xfrm>
          <a:off x="1408713" y="97273"/>
          <a:ext cx="1555544" cy="15555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Grid Search for optimisation</a:t>
          </a:r>
        </a:p>
      </dsp:txBody>
      <dsp:txXfrm>
        <a:off x="1408713" y="97273"/>
        <a:ext cx="1555544" cy="1555544"/>
      </dsp:txXfrm>
    </dsp:sp>
    <dsp:sp modelId="{A8B8F71D-F76D-4E4A-A986-539671F7D22D}">
      <dsp:nvSpPr>
        <dsp:cNvPr id="0" name=""/>
        <dsp:cNvSpPr/>
      </dsp:nvSpPr>
      <dsp:spPr>
        <a:xfrm>
          <a:off x="1310264" y="-1175"/>
          <a:ext cx="4396550" cy="4396550"/>
        </a:xfrm>
        <a:prstGeom prst="circularArrow">
          <a:avLst>
            <a:gd name="adj1" fmla="val 6899"/>
            <a:gd name="adj2" fmla="val 465133"/>
            <a:gd name="adj3" fmla="val 16750339"/>
            <a:gd name="adj4" fmla="val 15184528"/>
            <a:gd name="adj5" fmla="val 8049"/>
          </a:avLst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4FE2CB-F4C4-4C45-8123-A9843CFCB997}">
      <dsp:nvSpPr>
        <dsp:cNvPr id="0" name=""/>
        <dsp:cNvSpPr/>
      </dsp:nvSpPr>
      <dsp:spPr>
        <a:xfrm>
          <a:off x="0" y="735468"/>
          <a:ext cx="8229600" cy="135778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703254-2C90-4E10-AED5-211CAA1A1678}">
      <dsp:nvSpPr>
        <dsp:cNvPr id="0" name=""/>
        <dsp:cNvSpPr/>
      </dsp:nvSpPr>
      <dsp:spPr>
        <a:xfrm>
          <a:off x="410731" y="1040971"/>
          <a:ext cx="746783" cy="74678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7AA0CB-30E0-48D8-8EC1-5D116D9F8AD7}">
      <dsp:nvSpPr>
        <dsp:cNvPr id="0" name=""/>
        <dsp:cNvSpPr/>
      </dsp:nvSpPr>
      <dsp:spPr>
        <a:xfrm>
          <a:off x="1568246" y="735468"/>
          <a:ext cx="6661353" cy="13577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3699" tIns="143699" rIns="143699" bIns="143699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Tuned learning rate, depth, n_estimators</a:t>
          </a:r>
        </a:p>
      </dsp:txBody>
      <dsp:txXfrm>
        <a:off x="1568246" y="735468"/>
        <a:ext cx="6661353" cy="1357788"/>
      </dsp:txXfrm>
    </dsp:sp>
    <dsp:sp modelId="{78B852FC-3A9D-4799-9E71-D3BE5BDFE75F}">
      <dsp:nvSpPr>
        <dsp:cNvPr id="0" name=""/>
        <dsp:cNvSpPr/>
      </dsp:nvSpPr>
      <dsp:spPr>
        <a:xfrm>
          <a:off x="0" y="2432705"/>
          <a:ext cx="8229600" cy="135778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F4652F-C39B-4C8C-B8C0-2143E53F62C3}">
      <dsp:nvSpPr>
        <dsp:cNvPr id="0" name=""/>
        <dsp:cNvSpPr/>
      </dsp:nvSpPr>
      <dsp:spPr>
        <a:xfrm>
          <a:off x="410731" y="2738207"/>
          <a:ext cx="746783" cy="74678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ED19B2-D5D9-4D41-9FE4-5830A8549D41}">
      <dsp:nvSpPr>
        <dsp:cNvPr id="0" name=""/>
        <dsp:cNvSpPr/>
      </dsp:nvSpPr>
      <dsp:spPr>
        <a:xfrm>
          <a:off x="1568246" y="2432705"/>
          <a:ext cx="6661353" cy="13577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3699" tIns="143699" rIns="143699" bIns="143699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Selected best-performing GBM model</a:t>
          </a:r>
        </a:p>
      </dsp:txBody>
      <dsp:txXfrm>
        <a:off x="1568246" y="2432705"/>
        <a:ext cx="6661353" cy="135778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3573B1-8054-EE45-9D9C-DB8D7EAA55D5}">
      <dsp:nvSpPr>
        <dsp:cNvPr id="0" name=""/>
        <dsp:cNvSpPr/>
      </dsp:nvSpPr>
      <dsp:spPr>
        <a:xfrm>
          <a:off x="0" y="794338"/>
          <a:ext cx="2189202" cy="139014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7D19A6-FA97-8C4C-ADFD-5719B1CB753D}">
      <dsp:nvSpPr>
        <dsp:cNvPr id="0" name=""/>
        <dsp:cNvSpPr/>
      </dsp:nvSpPr>
      <dsp:spPr>
        <a:xfrm>
          <a:off x="243244" y="1025420"/>
          <a:ext cx="2189202" cy="139014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MAE – avg absolute error</a:t>
          </a:r>
        </a:p>
      </dsp:txBody>
      <dsp:txXfrm>
        <a:off x="283960" y="1066136"/>
        <a:ext cx="2107770" cy="1308711"/>
      </dsp:txXfrm>
    </dsp:sp>
    <dsp:sp modelId="{02FBB32D-39AD-3B4D-B0D6-85827B8326E9}">
      <dsp:nvSpPr>
        <dsp:cNvPr id="0" name=""/>
        <dsp:cNvSpPr/>
      </dsp:nvSpPr>
      <dsp:spPr>
        <a:xfrm>
          <a:off x="2675691" y="794338"/>
          <a:ext cx="2189202" cy="139014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B24459-95AC-4244-B1D3-C0A0819E2235}">
      <dsp:nvSpPr>
        <dsp:cNvPr id="0" name=""/>
        <dsp:cNvSpPr/>
      </dsp:nvSpPr>
      <dsp:spPr>
        <a:xfrm>
          <a:off x="2918936" y="1025420"/>
          <a:ext cx="2189202" cy="139014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RMSE – penalises large deviations</a:t>
          </a:r>
        </a:p>
      </dsp:txBody>
      <dsp:txXfrm>
        <a:off x="2959652" y="1066136"/>
        <a:ext cx="2107770" cy="1308711"/>
      </dsp:txXfrm>
    </dsp:sp>
    <dsp:sp modelId="{C77AFBBF-0D16-1A47-9C40-82E2B5CB878A}">
      <dsp:nvSpPr>
        <dsp:cNvPr id="0" name=""/>
        <dsp:cNvSpPr/>
      </dsp:nvSpPr>
      <dsp:spPr>
        <a:xfrm>
          <a:off x="5351383" y="794338"/>
          <a:ext cx="2189202" cy="139014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117159-C1E7-B44B-8D2C-13F0B2D550A1}">
      <dsp:nvSpPr>
        <dsp:cNvPr id="0" name=""/>
        <dsp:cNvSpPr/>
      </dsp:nvSpPr>
      <dsp:spPr>
        <a:xfrm>
          <a:off x="5594627" y="1025420"/>
          <a:ext cx="2189202" cy="139014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R² – overall model fit</a:t>
          </a:r>
        </a:p>
      </dsp:txBody>
      <dsp:txXfrm>
        <a:off x="5635343" y="1066136"/>
        <a:ext cx="2107770" cy="130871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1E1111-59FA-174B-951C-FFBBE730CEBE}">
      <dsp:nvSpPr>
        <dsp:cNvPr id="0" name=""/>
        <dsp:cNvSpPr/>
      </dsp:nvSpPr>
      <dsp:spPr>
        <a:xfrm>
          <a:off x="0" y="422199"/>
          <a:ext cx="3849076" cy="1193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Gradient Boosting best performer</a:t>
          </a:r>
        </a:p>
      </dsp:txBody>
      <dsp:txXfrm>
        <a:off x="58257" y="480456"/>
        <a:ext cx="3732562" cy="1076886"/>
      </dsp:txXfrm>
    </dsp:sp>
    <dsp:sp modelId="{972709EB-D88A-0247-B420-9F131B2AF36E}">
      <dsp:nvSpPr>
        <dsp:cNvPr id="0" name=""/>
        <dsp:cNvSpPr/>
      </dsp:nvSpPr>
      <dsp:spPr>
        <a:xfrm>
          <a:off x="0" y="1701999"/>
          <a:ext cx="3849076" cy="1193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Random Forest strong but lower accuracy</a:t>
          </a:r>
        </a:p>
      </dsp:txBody>
      <dsp:txXfrm>
        <a:off x="58257" y="1760256"/>
        <a:ext cx="3732562" cy="1076886"/>
      </dsp:txXfrm>
    </dsp:sp>
    <dsp:sp modelId="{1889293B-28F6-2C4C-A448-AB9E352E9335}">
      <dsp:nvSpPr>
        <dsp:cNvPr id="0" name=""/>
        <dsp:cNvSpPr/>
      </dsp:nvSpPr>
      <dsp:spPr>
        <a:xfrm>
          <a:off x="0" y="2981799"/>
          <a:ext cx="3849076" cy="1193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Ridge Regression weakest</a:t>
          </a:r>
        </a:p>
      </dsp:txBody>
      <dsp:txXfrm>
        <a:off x="58257" y="3040056"/>
        <a:ext cx="3732562" cy="107688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DB4005-A85C-D74B-93D1-B85A3AC8735E}">
      <dsp:nvSpPr>
        <dsp:cNvPr id="0" name=""/>
        <dsp:cNvSpPr/>
      </dsp:nvSpPr>
      <dsp:spPr>
        <a:xfrm>
          <a:off x="7611" y="147866"/>
          <a:ext cx="3881791" cy="116453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6748" tIns="306748" rIns="306748" bIns="306748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Limitations:</a:t>
          </a:r>
        </a:p>
      </dsp:txBody>
      <dsp:txXfrm>
        <a:off x="7611" y="147866"/>
        <a:ext cx="3881791" cy="1164537"/>
      </dsp:txXfrm>
    </dsp:sp>
    <dsp:sp modelId="{2B7818E9-5E1B-2E44-BF83-4EF71FB73F06}">
      <dsp:nvSpPr>
        <dsp:cNvPr id="0" name=""/>
        <dsp:cNvSpPr/>
      </dsp:nvSpPr>
      <dsp:spPr>
        <a:xfrm>
          <a:off x="7611" y="1312403"/>
          <a:ext cx="3881791" cy="2488606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3435" tIns="383435" rIns="383435" bIns="383435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Missing data</a:t>
          </a:r>
        </a:p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No timestamped features</a:t>
          </a:r>
        </a:p>
      </dsp:txBody>
      <dsp:txXfrm>
        <a:off x="7611" y="1312403"/>
        <a:ext cx="3881791" cy="2488606"/>
      </dsp:txXfrm>
    </dsp:sp>
    <dsp:sp modelId="{656F1652-6435-564E-89B2-D3CED6452D47}">
      <dsp:nvSpPr>
        <dsp:cNvPr id="0" name=""/>
        <dsp:cNvSpPr/>
      </dsp:nvSpPr>
      <dsp:spPr>
        <a:xfrm>
          <a:off x="3997297" y="147866"/>
          <a:ext cx="3881791" cy="1164537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6748" tIns="306748" rIns="306748" bIns="306748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Strengths:</a:t>
          </a:r>
        </a:p>
      </dsp:txBody>
      <dsp:txXfrm>
        <a:off x="3997297" y="147866"/>
        <a:ext cx="3881791" cy="1164537"/>
      </dsp:txXfrm>
    </dsp:sp>
    <dsp:sp modelId="{E308AE3C-3D06-4E46-8412-51114AA4CAE5}">
      <dsp:nvSpPr>
        <dsp:cNvPr id="0" name=""/>
        <dsp:cNvSpPr/>
      </dsp:nvSpPr>
      <dsp:spPr>
        <a:xfrm>
          <a:off x="3997297" y="1312403"/>
          <a:ext cx="3881791" cy="2488606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3435" tIns="383435" rIns="383435" bIns="383435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Strong predictive performance</a:t>
          </a:r>
        </a:p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Robust EDA &amp; preprocessing</a:t>
          </a:r>
        </a:p>
      </dsp:txBody>
      <dsp:txXfrm>
        <a:off x="3997297" y="1312403"/>
        <a:ext cx="3881791" cy="248860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B17C24-6CFF-4621-B82F-4AA43A492293}">
      <dsp:nvSpPr>
        <dsp:cNvPr id="0" name=""/>
        <dsp:cNvSpPr/>
      </dsp:nvSpPr>
      <dsp:spPr>
        <a:xfrm>
          <a:off x="518185" y="768902"/>
          <a:ext cx="1475437" cy="147543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69433E-51DC-446F-A702-AC052BA560EC}">
      <dsp:nvSpPr>
        <dsp:cNvPr id="0" name=""/>
        <dsp:cNvSpPr/>
      </dsp:nvSpPr>
      <dsp:spPr>
        <a:xfrm>
          <a:off x="832623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FF4EB9-5D3B-4F6B-A4FA-D6609A56F9CA}">
      <dsp:nvSpPr>
        <dsp:cNvPr id="0" name=""/>
        <dsp:cNvSpPr/>
      </dsp:nvSpPr>
      <dsp:spPr>
        <a:xfrm>
          <a:off x="46529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Helps understand risk factors</a:t>
          </a:r>
        </a:p>
      </dsp:txBody>
      <dsp:txXfrm>
        <a:off x="46529" y="2703902"/>
        <a:ext cx="2418750" cy="720000"/>
      </dsp:txXfrm>
    </dsp:sp>
    <dsp:sp modelId="{EF0091D8-9F90-4362-B08B-1310524779B6}">
      <dsp:nvSpPr>
        <dsp:cNvPr id="0" name=""/>
        <dsp:cNvSpPr/>
      </dsp:nvSpPr>
      <dsp:spPr>
        <a:xfrm>
          <a:off x="3360216" y="768902"/>
          <a:ext cx="1475437" cy="147543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C92256-0CFE-4253-A555-B954D9E44092}">
      <dsp:nvSpPr>
        <dsp:cNvPr id="0" name=""/>
        <dsp:cNvSpPr/>
      </dsp:nvSpPr>
      <dsp:spPr>
        <a:xfrm>
          <a:off x="3674654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AF0804-DA26-4EFD-B2CF-971988FE86DA}">
      <dsp:nvSpPr>
        <dsp:cNvPr id="0" name=""/>
        <dsp:cNvSpPr/>
      </dsp:nvSpPr>
      <dsp:spPr>
        <a:xfrm>
          <a:off x="2888560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Supports clinical decision-making</a:t>
          </a:r>
        </a:p>
      </dsp:txBody>
      <dsp:txXfrm>
        <a:off x="2888560" y="2703902"/>
        <a:ext cx="2418750" cy="720000"/>
      </dsp:txXfrm>
    </dsp:sp>
    <dsp:sp modelId="{EC46B4B6-B16A-4D49-AC96-738B8AF851C0}">
      <dsp:nvSpPr>
        <dsp:cNvPr id="0" name=""/>
        <dsp:cNvSpPr/>
      </dsp:nvSpPr>
      <dsp:spPr>
        <a:xfrm>
          <a:off x="6202248" y="768902"/>
          <a:ext cx="1475437" cy="147543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3006FE-9A20-43EB-A5F1-9D8B4FFF9B51}">
      <dsp:nvSpPr>
        <dsp:cNvPr id="0" name=""/>
        <dsp:cNvSpPr/>
      </dsp:nvSpPr>
      <dsp:spPr>
        <a:xfrm>
          <a:off x="6516685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2A1291-49C5-4146-A3D9-CF9C9B936718}">
      <dsp:nvSpPr>
        <dsp:cNvPr id="0" name=""/>
        <dsp:cNvSpPr/>
      </dsp:nvSpPr>
      <dsp:spPr>
        <a:xfrm>
          <a:off x="5730591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Framework for future predictive systems</a:t>
          </a:r>
        </a:p>
      </dsp:txBody>
      <dsp:txXfrm>
        <a:off x="5730591" y="2703902"/>
        <a:ext cx="2418750" cy="72000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6D2ED9-0AFD-474E-A2E9-F2EC2F15BD65}">
      <dsp:nvSpPr>
        <dsp:cNvPr id="0" name=""/>
        <dsp:cNvSpPr/>
      </dsp:nvSpPr>
      <dsp:spPr>
        <a:xfrm>
          <a:off x="0" y="337924"/>
          <a:ext cx="5175384" cy="1566337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i="1" kern="1200" dirty="0"/>
            <a:t>Prioleau, T., Lu, B. &amp; Cui, Y. (2025) Glucose-ML: A collection of longitudinal diabetes datasets for development of robust AI solutions</a:t>
          </a:r>
          <a:endParaRPr lang="en-US" sz="2000" kern="1200" dirty="0"/>
        </a:p>
      </dsp:txBody>
      <dsp:txXfrm>
        <a:off x="76462" y="414386"/>
        <a:ext cx="5022460" cy="1413413"/>
      </dsp:txXfrm>
    </dsp:sp>
    <dsp:sp modelId="{15DB44C2-2C56-EC41-AE8B-EA109FAEDC71}">
      <dsp:nvSpPr>
        <dsp:cNvPr id="0" name=""/>
        <dsp:cNvSpPr/>
      </dsp:nvSpPr>
      <dsp:spPr>
        <a:xfrm>
          <a:off x="0" y="1984901"/>
          <a:ext cx="5175384" cy="1566337"/>
        </a:xfrm>
        <a:prstGeom prst="roundRect">
          <a:avLst/>
        </a:prstGeom>
        <a:solidFill>
          <a:schemeClr val="accent2">
            <a:hueOff val="2340760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i="1" kern="1200" dirty="0"/>
            <a:t>Li, K. et al. (2020). Time-series models for diabetes management.</a:t>
          </a:r>
          <a:endParaRPr lang="en-US" sz="2800" kern="1200" dirty="0"/>
        </a:p>
      </dsp:txBody>
      <dsp:txXfrm>
        <a:off x="76462" y="2061363"/>
        <a:ext cx="5022460" cy="1413413"/>
      </dsp:txXfrm>
    </dsp:sp>
    <dsp:sp modelId="{76D61041-3652-6248-A225-4F28288F2EF0}">
      <dsp:nvSpPr>
        <dsp:cNvPr id="0" name=""/>
        <dsp:cNvSpPr/>
      </dsp:nvSpPr>
      <dsp:spPr>
        <a:xfrm>
          <a:off x="0" y="3631879"/>
          <a:ext cx="5175384" cy="1566337"/>
        </a:xfrm>
        <a:prstGeom prst="roundRect">
          <a:avLst/>
        </a:prstGeom>
        <a:solidFill>
          <a:schemeClr val="accent2">
            <a:hueOff val="4681520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i="1" kern="1200" dirty="0"/>
            <a:t>Shashaj, B. et al. (2022). Machine learning for personalized insulin and glucose forecasting.</a:t>
          </a:r>
          <a:endParaRPr lang="en-US" sz="2800" kern="1200" dirty="0"/>
        </a:p>
      </dsp:txBody>
      <dsp:txXfrm>
        <a:off x="76462" y="3708341"/>
        <a:ext cx="5022460" cy="1413413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5A9AF6-7EB5-4123-B3C4-61C5651C6B1C}">
      <dsp:nvSpPr>
        <dsp:cNvPr id="0" name=""/>
        <dsp:cNvSpPr/>
      </dsp:nvSpPr>
      <dsp:spPr>
        <a:xfrm>
          <a:off x="1225335" y="611998"/>
          <a:ext cx="1318570" cy="131857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09947C-2A83-4BD2-A610-6FD9330D1D38}">
      <dsp:nvSpPr>
        <dsp:cNvPr id="0" name=""/>
        <dsp:cNvSpPr/>
      </dsp:nvSpPr>
      <dsp:spPr>
        <a:xfrm>
          <a:off x="949" y="2058227"/>
          <a:ext cx="3767343" cy="5651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Conclusion:</a:t>
          </a:r>
        </a:p>
      </dsp:txBody>
      <dsp:txXfrm>
        <a:off x="949" y="2058227"/>
        <a:ext cx="3767343" cy="565101"/>
      </dsp:txXfrm>
    </dsp:sp>
    <dsp:sp modelId="{79648477-CAFD-4EC4-AA0A-16BBB2E74EAE}">
      <dsp:nvSpPr>
        <dsp:cNvPr id="0" name=""/>
        <dsp:cNvSpPr/>
      </dsp:nvSpPr>
      <dsp:spPr>
        <a:xfrm>
          <a:off x="949" y="2682704"/>
          <a:ext cx="3767343" cy="8981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GBM best model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Multivariate prediction successful</a:t>
          </a:r>
        </a:p>
      </dsp:txBody>
      <dsp:txXfrm>
        <a:off x="949" y="2682704"/>
        <a:ext cx="3767343" cy="898101"/>
      </dsp:txXfrm>
    </dsp:sp>
    <dsp:sp modelId="{732CE6AE-14E9-451B-B929-EDA038B55558}">
      <dsp:nvSpPr>
        <dsp:cNvPr id="0" name=""/>
        <dsp:cNvSpPr/>
      </dsp:nvSpPr>
      <dsp:spPr>
        <a:xfrm>
          <a:off x="5651964" y="611998"/>
          <a:ext cx="1318570" cy="131857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EFB362-5332-4190-8E72-CA2D6C9A8041}">
      <dsp:nvSpPr>
        <dsp:cNvPr id="0" name=""/>
        <dsp:cNvSpPr/>
      </dsp:nvSpPr>
      <dsp:spPr>
        <a:xfrm>
          <a:off x="4427578" y="2058227"/>
          <a:ext cx="3767343" cy="5651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 dirty="0"/>
            <a:t>Future:</a:t>
          </a:r>
        </a:p>
      </dsp:txBody>
      <dsp:txXfrm>
        <a:off x="4427578" y="2058227"/>
        <a:ext cx="3767343" cy="565101"/>
      </dsp:txXfrm>
    </dsp:sp>
    <dsp:sp modelId="{661DC69F-6C72-4611-A1E5-00625E8B77BB}">
      <dsp:nvSpPr>
        <dsp:cNvPr id="0" name=""/>
        <dsp:cNvSpPr/>
      </dsp:nvSpPr>
      <dsp:spPr>
        <a:xfrm>
          <a:off x="4427578" y="2682704"/>
          <a:ext cx="3767343" cy="8981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Add LSTM+GRU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More datasets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Interpretability via SHAP</a:t>
          </a:r>
        </a:p>
      </dsp:txBody>
      <dsp:txXfrm>
        <a:off x="4427578" y="2682704"/>
        <a:ext cx="3767343" cy="89810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6/7/layout/HorizontalActionList">
  <dgm:title val="Horizontal Action List"/>
  <dgm:desc val="Used to show non-sequential or grouped lists of information. Works well with large amounts of text. All text has the same level of emphasis, and direction is not implied."/>
  <dgm:catLst>
    <dgm:cat type="list" pri="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 fact="0.6"/>
      <dgm:constr type="h" for="des" forName="composite" op="equ"/>
      <dgm:constr type="w" for="ch" forName="composite" refType="w"/>
      <dgm:constr type="w" for="des" forName="parTx"/>
      <dgm:constr type="h" for="des" forName="parTx" op="equ"/>
      <dgm:constr type="w" for="des" forName="desTx"/>
      <dgm:constr type="primFontSz" for="des" forName="parTx" val="54"/>
      <dgm:constr type="primFontSz" for="des" forName="desTx" refType="primFontSz" refFor="des" refForName="parTx" op="lte" fact="0.75"/>
      <dgm:constr type="h" for="des" forName="desTx" op="equ"/>
      <dgm:constr type="w" for="ch" forName="space" op="equ" val="3"/>
    </dgm:constrLst>
    <dgm:ruleLst>
      <dgm:rule type="w" for="ch" forName="composite" val="0" fact="NaN" max="NaN"/>
    </dgm:ruleLst>
    <dgm:forEach name="Name6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3"/>
            <dgm:constr type="h"/>
            <dgm:constr type="tMarg" refType="w" fact="0.224"/>
            <dgm:constr type="bMarg" refType="w" fact="0.224"/>
            <dgm:constr type="lMarg" refType="w" fact="0.224"/>
            <dgm:constr type="rMarg" refType="w" fact="0.224"/>
          </dgm:constrLst>
          <dgm:ruleLst>
            <dgm:rule type="h" val="INF" fact="NaN" max="NaN"/>
            <dgm:rule type="primFontSz" val="14" fact="NaN" max="NaN"/>
          </dgm:ruleLst>
        </dgm:layoutNode>
        <dgm:layoutNode name="desTx" styleLbl="alignAccFollowNode1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primFontSz" val="28"/>
            <dgm:constr type="tMarg" refType="w" fact="0.28"/>
            <dgm:constr type="bMarg" refType="w" fact="0.28"/>
            <dgm:constr type="lMarg" refType="w" fact="0.28"/>
            <dgm:constr type="rMarg" refType="w" fact="0.28"/>
          </dgm:constrLst>
          <dgm:ruleLst>
            <dgm:rule type="h" val="INF" fact="NaN" max="NaN"/>
            <dgm:rule type="primFontSz" val="11" fact="NaN" max="NaN"/>
          </dgm:ruleLst>
        </dgm:layoutNode>
      </dgm:layoutNode>
      <dgm:forEach name="Name19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2B2A09-7493-6F44-8923-636F3CB897C9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FDDAA9-2A48-A64A-B0A1-6B3E49032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8365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FDDAA9-2A48-A64A-B0A1-6B3E4903242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7090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nsmalik67/multimodal-glucose-forecasting.git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sz="2200"/>
              <a:t>Multivariate Analysis of Glycaemic Control Using demographic, lifestyle, and clinical predictors in Type 1 Diabetes</a:t>
            </a:r>
            <a:br>
              <a:rPr lang="en-GB" sz="2200"/>
            </a:br>
            <a:endParaRPr lang="en-GB" sz="220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sX0" fmla="*/ 0 w 8140446"/>
              <a:gd name="csY0" fmla="*/ 0 h 18288"/>
              <a:gd name="csX1" fmla="*/ 434157 w 8140446"/>
              <a:gd name="csY1" fmla="*/ 0 h 18288"/>
              <a:gd name="csX2" fmla="*/ 1193932 w 8140446"/>
              <a:gd name="csY2" fmla="*/ 0 h 18288"/>
              <a:gd name="csX3" fmla="*/ 1628089 w 8140446"/>
              <a:gd name="csY3" fmla="*/ 0 h 18288"/>
              <a:gd name="csX4" fmla="*/ 2225055 w 8140446"/>
              <a:gd name="csY4" fmla="*/ 0 h 18288"/>
              <a:gd name="csX5" fmla="*/ 3066235 w 8140446"/>
              <a:gd name="csY5" fmla="*/ 0 h 18288"/>
              <a:gd name="csX6" fmla="*/ 3744605 w 8140446"/>
              <a:gd name="csY6" fmla="*/ 0 h 18288"/>
              <a:gd name="csX7" fmla="*/ 4504380 w 8140446"/>
              <a:gd name="csY7" fmla="*/ 0 h 18288"/>
              <a:gd name="csX8" fmla="*/ 5101346 w 8140446"/>
              <a:gd name="csY8" fmla="*/ 0 h 18288"/>
              <a:gd name="csX9" fmla="*/ 5779717 w 8140446"/>
              <a:gd name="csY9" fmla="*/ 0 h 18288"/>
              <a:gd name="csX10" fmla="*/ 6620896 w 8140446"/>
              <a:gd name="csY10" fmla="*/ 0 h 18288"/>
              <a:gd name="csX11" fmla="*/ 7136458 w 8140446"/>
              <a:gd name="csY11" fmla="*/ 0 h 18288"/>
              <a:gd name="csX12" fmla="*/ 8140446 w 8140446"/>
              <a:gd name="csY12" fmla="*/ 0 h 18288"/>
              <a:gd name="csX13" fmla="*/ 8140446 w 8140446"/>
              <a:gd name="csY13" fmla="*/ 18288 h 18288"/>
              <a:gd name="csX14" fmla="*/ 7543480 w 8140446"/>
              <a:gd name="csY14" fmla="*/ 18288 h 18288"/>
              <a:gd name="csX15" fmla="*/ 7109323 w 8140446"/>
              <a:gd name="csY15" fmla="*/ 18288 h 18288"/>
              <a:gd name="csX16" fmla="*/ 6430952 w 8140446"/>
              <a:gd name="csY16" fmla="*/ 18288 h 18288"/>
              <a:gd name="csX17" fmla="*/ 5915391 w 8140446"/>
              <a:gd name="csY17" fmla="*/ 18288 h 18288"/>
              <a:gd name="csX18" fmla="*/ 5237020 w 8140446"/>
              <a:gd name="csY18" fmla="*/ 18288 h 18288"/>
              <a:gd name="csX19" fmla="*/ 4558650 w 8140446"/>
              <a:gd name="csY19" fmla="*/ 18288 h 18288"/>
              <a:gd name="csX20" fmla="*/ 3880279 w 8140446"/>
              <a:gd name="csY20" fmla="*/ 18288 h 18288"/>
              <a:gd name="csX21" fmla="*/ 3201909 w 8140446"/>
              <a:gd name="csY21" fmla="*/ 18288 h 18288"/>
              <a:gd name="csX22" fmla="*/ 2604943 w 8140446"/>
              <a:gd name="csY22" fmla="*/ 18288 h 18288"/>
              <a:gd name="csX23" fmla="*/ 1845168 w 8140446"/>
              <a:gd name="csY23" fmla="*/ 18288 h 18288"/>
              <a:gd name="csX24" fmla="*/ 1166797 w 8140446"/>
              <a:gd name="csY24" fmla="*/ 18288 h 18288"/>
              <a:gd name="csX25" fmla="*/ 0 w 8140446"/>
              <a:gd name="csY25" fmla="*/ 18288 h 18288"/>
              <a:gd name="csX26" fmla="*/ 0 w 8140446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929384"/>
            <a:ext cx="7886700" cy="4251960"/>
          </a:xfrm>
        </p:spPr>
        <p:txBody>
          <a:bodyPr>
            <a:normAutofit/>
          </a:bodyPr>
          <a:lstStyle/>
          <a:p>
            <a:r>
              <a:rPr lang="en-GB" sz="1900" dirty="0"/>
              <a:t>Author: Ans Riaz (23079633)</a:t>
            </a:r>
          </a:p>
          <a:p>
            <a:r>
              <a:rPr lang="en-GB" sz="1900" dirty="0"/>
              <a:t>MSc Data Science with Advanced Research – University of Hertfordshire</a:t>
            </a:r>
          </a:p>
          <a:p>
            <a:pPr marL="0" indent="0">
              <a:buNone/>
            </a:pPr>
            <a:endParaRPr lang="en-GB" sz="1900" dirty="0"/>
          </a:p>
          <a:p>
            <a:pPr marL="0" indent="0">
              <a:buNone/>
            </a:pPr>
            <a:endParaRPr lang="en-GB" sz="1900" dirty="0"/>
          </a:p>
          <a:p>
            <a:pPr marL="0" indent="0">
              <a:buNone/>
            </a:pPr>
            <a:r>
              <a:rPr lang="en-GB" sz="1900" dirty="0"/>
              <a:t>GitHub: </a:t>
            </a:r>
            <a:r>
              <a:rPr lang="en-GB" sz="1900" dirty="0">
                <a:hlinkClick r:id="rId2"/>
              </a:rPr>
              <a:t>https://github.com/ansmalik67/multimodal-glucose-forecasting.git</a:t>
            </a:r>
            <a:endParaRPr lang="en-GB" sz="1900" dirty="0"/>
          </a:p>
          <a:p>
            <a:pPr marL="0" indent="0">
              <a:buNone/>
            </a:pPr>
            <a:endParaRPr lang="en-GB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GB" sz="4700"/>
              <a:t>Background &amp; Motivation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sX0" fmla="*/ 0 w 8140446"/>
              <a:gd name="csY0" fmla="*/ 0 h 18288"/>
              <a:gd name="csX1" fmla="*/ 434157 w 8140446"/>
              <a:gd name="csY1" fmla="*/ 0 h 18288"/>
              <a:gd name="csX2" fmla="*/ 1193932 w 8140446"/>
              <a:gd name="csY2" fmla="*/ 0 h 18288"/>
              <a:gd name="csX3" fmla="*/ 1628089 w 8140446"/>
              <a:gd name="csY3" fmla="*/ 0 h 18288"/>
              <a:gd name="csX4" fmla="*/ 2225055 w 8140446"/>
              <a:gd name="csY4" fmla="*/ 0 h 18288"/>
              <a:gd name="csX5" fmla="*/ 3066235 w 8140446"/>
              <a:gd name="csY5" fmla="*/ 0 h 18288"/>
              <a:gd name="csX6" fmla="*/ 3744605 w 8140446"/>
              <a:gd name="csY6" fmla="*/ 0 h 18288"/>
              <a:gd name="csX7" fmla="*/ 4504380 w 8140446"/>
              <a:gd name="csY7" fmla="*/ 0 h 18288"/>
              <a:gd name="csX8" fmla="*/ 5101346 w 8140446"/>
              <a:gd name="csY8" fmla="*/ 0 h 18288"/>
              <a:gd name="csX9" fmla="*/ 5779717 w 8140446"/>
              <a:gd name="csY9" fmla="*/ 0 h 18288"/>
              <a:gd name="csX10" fmla="*/ 6620896 w 8140446"/>
              <a:gd name="csY10" fmla="*/ 0 h 18288"/>
              <a:gd name="csX11" fmla="*/ 7136458 w 8140446"/>
              <a:gd name="csY11" fmla="*/ 0 h 18288"/>
              <a:gd name="csX12" fmla="*/ 8140446 w 8140446"/>
              <a:gd name="csY12" fmla="*/ 0 h 18288"/>
              <a:gd name="csX13" fmla="*/ 8140446 w 8140446"/>
              <a:gd name="csY13" fmla="*/ 18288 h 18288"/>
              <a:gd name="csX14" fmla="*/ 7543480 w 8140446"/>
              <a:gd name="csY14" fmla="*/ 18288 h 18288"/>
              <a:gd name="csX15" fmla="*/ 7109323 w 8140446"/>
              <a:gd name="csY15" fmla="*/ 18288 h 18288"/>
              <a:gd name="csX16" fmla="*/ 6430952 w 8140446"/>
              <a:gd name="csY16" fmla="*/ 18288 h 18288"/>
              <a:gd name="csX17" fmla="*/ 5915391 w 8140446"/>
              <a:gd name="csY17" fmla="*/ 18288 h 18288"/>
              <a:gd name="csX18" fmla="*/ 5237020 w 8140446"/>
              <a:gd name="csY18" fmla="*/ 18288 h 18288"/>
              <a:gd name="csX19" fmla="*/ 4558650 w 8140446"/>
              <a:gd name="csY19" fmla="*/ 18288 h 18288"/>
              <a:gd name="csX20" fmla="*/ 3880279 w 8140446"/>
              <a:gd name="csY20" fmla="*/ 18288 h 18288"/>
              <a:gd name="csX21" fmla="*/ 3201909 w 8140446"/>
              <a:gd name="csY21" fmla="*/ 18288 h 18288"/>
              <a:gd name="csX22" fmla="*/ 2604943 w 8140446"/>
              <a:gd name="csY22" fmla="*/ 18288 h 18288"/>
              <a:gd name="csX23" fmla="*/ 1845168 w 8140446"/>
              <a:gd name="csY23" fmla="*/ 18288 h 18288"/>
              <a:gd name="csX24" fmla="*/ 1166797 w 8140446"/>
              <a:gd name="csY24" fmla="*/ 18288 h 18288"/>
              <a:gd name="csX25" fmla="*/ 0 w 8140446"/>
              <a:gd name="csY25" fmla="*/ 18288 h 18288"/>
              <a:gd name="csX26" fmla="*/ 0 w 8140446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929384"/>
            <a:ext cx="7886700" cy="4251960"/>
          </a:xfrm>
        </p:spPr>
        <p:txBody>
          <a:bodyPr>
            <a:normAutofit/>
          </a:bodyPr>
          <a:lstStyle/>
          <a:p>
            <a:r>
              <a:rPr lang="en-GB" sz="1900"/>
              <a:t>Glycaemic instability is difficult to predict.</a:t>
            </a:r>
          </a:p>
          <a:p>
            <a:r>
              <a:rPr lang="en-GB" sz="1900"/>
              <a:t>Multivariate factors influence glucose levels.</a:t>
            </a:r>
          </a:p>
          <a:p>
            <a:r>
              <a:rPr lang="en-GB" sz="1900"/>
              <a:t>Machine learning helps uncover hidden patterns.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GB" sz="4300" dirty="0"/>
              <a:t>Research Question &amp; Objectives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sX0" fmla="*/ 0 w 8140446"/>
              <a:gd name="csY0" fmla="*/ 0 h 18288"/>
              <a:gd name="csX1" fmla="*/ 434157 w 8140446"/>
              <a:gd name="csY1" fmla="*/ 0 h 18288"/>
              <a:gd name="csX2" fmla="*/ 1193932 w 8140446"/>
              <a:gd name="csY2" fmla="*/ 0 h 18288"/>
              <a:gd name="csX3" fmla="*/ 1628089 w 8140446"/>
              <a:gd name="csY3" fmla="*/ 0 h 18288"/>
              <a:gd name="csX4" fmla="*/ 2225055 w 8140446"/>
              <a:gd name="csY4" fmla="*/ 0 h 18288"/>
              <a:gd name="csX5" fmla="*/ 3066235 w 8140446"/>
              <a:gd name="csY5" fmla="*/ 0 h 18288"/>
              <a:gd name="csX6" fmla="*/ 3744605 w 8140446"/>
              <a:gd name="csY6" fmla="*/ 0 h 18288"/>
              <a:gd name="csX7" fmla="*/ 4504380 w 8140446"/>
              <a:gd name="csY7" fmla="*/ 0 h 18288"/>
              <a:gd name="csX8" fmla="*/ 5101346 w 8140446"/>
              <a:gd name="csY8" fmla="*/ 0 h 18288"/>
              <a:gd name="csX9" fmla="*/ 5779717 w 8140446"/>
              <a:gd name="csY9" fmla="*/ 0 h 18288"/>
              <a:gd name="csX10" fmla="*/ 6620896 w 8140446"/>
              <a:gd name="csY10" fmla="*/ 0 h 18288"/>
              <a:gd name="csX11" fmla="*/ 7136458 w 8140446"/>
              <a:gd name="csY11" fmla="*/ 0 h 18288"/>
              <a:gd name="csX12" fmla="*/ 8140446 w 8140446"/>
              <a:gd name="csY12" fmla="*/ 0 h 18288"/>
              <a:gd name="csX13" fmla="*/ 8140446 w 8140446"/>
              <a:gd name="csY13" fmla="*/ 18288 h 18288"/>
              <a:gd name="csX14" fmla="*/ 7543480 w 8140446"/>
              <a:gd name="csY14" fmla="*/ 18288 h 18288"/>
              <a:gd name="csX15" fmla="*/ 7109323 w 8140446"/>
              <a:gd name="csY15" fmla="*/ 18288 h 18288"/>
              <a:gd name="csX16" fmla="*/ 6430952 w 8140446"/>
              <a:gd name="csY16" fmla="*/ 18288 h 18288"/>
              <a:gd name="csX17" fmla="*/ 5915391 w 8140446"/>
              <a:gd name="csY17" fmla="*/ 18288 h 18288"/>
              <a:gd name="csX18" fmla="*/ 5237020 w 8140446"/>
              <a:gd name="csY18" fmla="*/ 18288 h 18288"/>
              <a:gd name="csX19" fmla="*/ 4558650 w 8140446"/>
              <a:gd name="csY19" fmla="*/ 18288 h 18288"/>
              <a:gd name="csX20" fmla="*/ 3880279 w 8140446"/>
              <a:gd name="csY20" fmla="*/ 18288 h 18288"/>
              <a:gd name="csX21" fmla="*/ 3201909 w 8140446"/>
              <a:gd name="csY21" fmla="*/ 18288 h 18288"/>
              <a:gd name="csX22" fmla="*/ 2604943 w 8140446"/>
              <a:gd name="csY22" fmla="*/ 18288 h 18288"/>
              <a:gd name="csX23" fmla="*/ 1845168 w 8140446"/>
              <a:gd name="csY23" fmla="*/ 18288 h 18288"/>
              <a:gd name="csX24" fmla="*/ 1166797 w 8140446"/>
              <a:gd name="csY24" fmla="*/ 18288 h 18288"/>
              <a:gd name="csX25" fmla="*/ 0 w 8140446"/>
              <a:gd name="csY25" fmla="*/ 18288 h 18288"/>
              <a:gd name="csX26" fmla="*/ 0 w 8140446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929384"/>
            <a:ext cx="7886700" cy="4251960"/>
          </a:xfrm>
        </p:spPr>
        <p:txBody>
          <a:bodyPr>
            <a:normAutofit/>
          </a:bodyPr>
          <a:lstStyle/>
          <a:p>
            <a:r>
              <a:rPr lang="en-GB" sz="1900" dirty="0"/>
              <a:t>Can multivariate ML models predict glycaemic levels?</a:t>
            </a:r>
          </a:p>
          <a:p>
            <a:r>
              <a:rPr lang="en-GB" sz="1900" dirty="0"/>
              <a:t>Does socioeconomic status influence diabetes control?</a:t>
            </a:r>
          </a:p>
          <a:p>
            <a:r>
              <a:rPr lang="en-GB" sz="1900" b="1" dirty="0"/>
              <a:t>Objectives:</a:t>
            </a:r>
          </a:p>
          <a:p>
            <a:pPr lvl="1"/>
            <a:r>
              <a:rPr lang="en-GB" sz="1900" dirty="0"/>
              <a:t>Clean &amp; transform dataset</a:t>
            </a:r>
          </a:p>
          <a:p>
            <a:pPr lvl="1"/>
            <a:r>
              <a:rPr lang="en-GB" sz="1900" dirty="0"/>
              <a:t>Perform EDA</a:t>
            </a:r>
          </a:p>
          <a:p>
            <a:pPr lvl="1"/>
            <a:r>
              <a:rPr lang="en-GB" sz="1900" dirty="0"/>
              <a:t>Train Ridge Regression, RF, GBM</a:t>
            </a:r>
          </a:p>
          <a:p>
            <a:pPr lvl="1"/>
            <a:r>
              <a:rPr lang="en-GB" sz="1900" dirty="0"/>
              <a:t>Evaluate with MAE, RMSE, R²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GB" sz="4700"/>
              <a:t>Dataset Overview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sX0" fmla="*/ 0 w 8140446"/>
              <a:gd name="csY0" fmla="*/ 0 h 18288"/>
              <a:gd name="csX1" fmla="*/ 434157 w 8140446"/>
              <a:gd name="csY1" fmla="*/ 0 h 18288"/>
              <a:gd name="csX2" fmla="*/ 1193932 w 8140446"/>
              <a:gd name="csY2" fmla="*/ 0 h 18288"/>
              <a:gd name="csX3" fmla="*/ 1628089 w 8140446"/>
              <a:gd name="csY3" fmla="*/ 0 h 18288"/>
              <a:gd name="csX4" fmla="*/ 2225055 w 8140446"/>
              <a:gd name="csY4" fmla="*/ 0 h 18288"/>
              <a:gd name="csX5" fmla="*/ 3066235 w 8140446"/>
              <a:gd name="csY5" fmla="*/ 0 h 18288"/>
              <a:gd name="csX6" fmla="*/ 3744605 w 8140446"/>
              <a:gd name="csY6" fmla="*/ 0 h 18288"/>
              <a:gd name="csX7" fmla="*/ 4504380 w 8140446"/>
              <a:gd name="csY7" fmla="*/ 0 h 18288"/>
              <a:gd name="csX8" fmla="*/ 5101346 w 8140446"/>
              <a:gd name="csY8" fmla="*/ 0 h 18288"/>
              <a:gd name="csX9" fmla="*/ 5779717 w 8140446"/>
              <a:gd name="csY9" fmla="*/ 0 h 18288"/>
              <a:gd name="csX10" fmla="*/ 6620896 w 8140446"/>
              <a:gd name="csY10" fmla="*/ 0 h 18288"/>
              <a:gd name="csX11" fmla="*/ 7136458 w 8140446"/>
              <a:gd name="csY11" fmla="*/ 0 h 18288"/>
              <a:gd name="csX12" fmla="*/ 8140446 w 8140446"/>
              <a:gd name="csY12" fmla="*/ 0 h 18288"/>
              <a:gd name="csX13" fmla="*/ 8140446 w 8140446"/>
              <a:gd name="csY13" fmla="*/ 18288 h 18288"/>
              <a:gd name="csX14" fmla="*/ 7543480 w 8140446"/>
              <a:gd name="csY14" fmla="*/ 18288 h 18288"/>
              <a:gd name="csX15" fmla="*/ 7109323 w 8140446"/>
              <a:gd name="csY15" fmla="*/ 18288 h 18288"/>
              <a:gd name="csX16" fmla="*/ 6430952 w 8140446"/>
              <a:gd name="csY16" fmla="*/ 18288 h 18288"/>
              <a:gd name="csX17" fmla="*/ 5915391 w 8140446"/>
              <a:gd name="csY17" fmla="*/ 18288 h 18288"/>
              <a:gd name="csX18" fmla="*/ 5237020 w 8140446"/>
              <a:gd name="csY18" fmla="*/ 18288 h 18288"/>
              <a:gd name="csX19" fmla="*/ 4558650 w 8140446"/>
              <a:gd name="csY19" fmla="*/ 18288 h 18288"/>
              <a:gd name="csX20" fmla="*/ 3880279 w 8140446"/>
              <a:gd name="csY20" fmla="*/ 18288 h 18288"/>
              <a:gd name="csX21" fmla="*/ 3201909 w 8140446"/>
              <a:gd name="csY21" fmla="*/ 18288 h 18288"/>
              <a:gd name="csX22" fmla="*/ 2604943 w 8140446"/>
              <a:gd name="csY22" fmla="*/ 18288 h 18288"/>
              <a:gd name="csX23" fmla="*/ 1845168 w 8140446"/>
              <a:gd name="csY23" fmla="*/ 18288 h 18288"/>
              <a:gd name="csX24" fmla="*/ 1166797 w 8140446"/>
              <a:gd name="csY24" fmla="*/ 18288 h 18288"/>
              <a:gd name="csX25" fmla="*/ 0 w 8140446"/>
              <a:gd name="csY25" fmla="*/ 18288 h 18288"/>
              <a:gd name="csX26" fmla="*/ 0 w 8140446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929384"/>
            <a:ext cx="7886700" cy="4251960"/>
          </a:xfrm>
        </p:spPr>
        <p:txBody>
          <a:bodyPr>
            <a:normAutofit/>
          </a:bodyPr>
          <a:lstStyle/>
          <a:p>
            <a:pPr marL="0" indent="0">
              <a:spcBef>
                <a:spcPts val="1200"/>
              </a:spcBef>
              <a:buSzTx/>
              <a:buFontTx/>
              <a:buNone/>
              <a:defRPr sz="2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GB" sz="1900" b="1">
                <a:latin typeface="+mj-lt"/>
              </a:rPr>
              <a:t>Records</a:t>
            </a:r>
            <a:r>
              <a:rPr lang="en-GB" sz="1900">
                <a:latin typeface="+mj-lt"/>
              </a:rPr>
              <a:t>: ~647858 rows of patient time-series data</a:t>
            </a:r>
          </a:p>
          <a:p>
            <a:pPr marL="0" indent="0">
              <a:spcBef>
                <a:spcPts val="1200"/>
              </a:spcBef>
              <a:buSzTx/>
              <a:buFontTx/>
              <a:buNone/>
              <a:defRPr sz="2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GB" sz="1900" b="1">
                <a:latin typeface="+mj-lt"/>
              </a:rPr>
              <a:t>Features</a:t>
            </a:r>
            <a:r>
              <a:rPr lang="en-GB" sz="1900">
                <a:latin typeface="+mj-lt"/>
              </a:rPr>
              <a:t>: 40+ columns including:</a:t>
            </a:r>
          </a:p>
          <a:p>
            <a:pPr marL="457200" indent="-317500">
              <a:spcBef>
                <a:spcPts val="1200"/>
              </a:spcBef>
              <a:buFont typeface="Times Roman"/>
              <a:defRPr sz="2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GB" sz="1900" b="1">
                <a:latin typeface="+mj-lt"/>
              </a:rPr>
              <a:t>Biometrics</a:t>
            </a:r>
            <a:r>
              <a:rPr lang="en-GB" sz="1900">
                <a:latin typeface="+mj-lt"/>
              </a:rPr>
              <a:t>: Glucose (GL), Time, Weight, Height</a:t>
            </a:r>
          </a:p>
          <a:p>
            <a:pPr marL="457200" indent="-317500">
              <a:spcBef>
                <a:spcPts val="1200"/>
              </a:spcBef>
              <a:buFont typeface="Times Roman"/>
              <a:defRPr sz="2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GB" sz="1900" b="1">
                <a:latin typeface="+mj-lt"/>
              </a:rPr>
              <a:t>Clinical Data</a:t>
            </a:r>
            <a:r>
              <a:rPr lang="en-GB" sz="1900">
                <a:latin typeface="+mj-lt"/>
              </a:rPr>
              <a:t>: Insulin dosage, Kidney Disease</a:t>
            </a:r>
          </a:p>
          <a:p>
            <a:pPr marL="457200" indent="-317500">
              <a:spcBef>
                <a:spcPts val="1200"/>
              </a:spcBef>
              <a:buFont typeface="Times Roman"/>
              <a:defRPr sz="2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GB" sz="1900" b="1">
                <a:latin typeface="+mj-lt"/>
              </a:rPr>
              <a:t>Lifestyle</a:t>
            </a:r>
            <a:r>
              <a:rPr lang="en-GB" sz="1900">
                <a:latin typeface="+mj-lt"/>
              </a:rPr>
              <a:t>: Alcohol, Exercise, Diet</a:t>
            </a:r>
          </a:p>
          <a:p>
            <a:pPr marL="457200" indent="-317500">
              <a:spcBef>
                <a:spcPts val="1200"/>
              </a:spcBef>
              <a:buFont typeface="Times Roman"/>
              <a:defRPr sz="2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GB" sz="1900" b="1">
                <a:latin typeface="+mj-lt"/>
              </a:rPr>
              <a:t>Demographics</a:t>
            </a:r>
            <a:r>
              <a:rPr lang="en-GB" sz="1900">
                <a:latin typeface="+mj-lt"/>
              </a:rPr>
              <a:t>: Age, Gender, Race</a:t>
            </a:r>
          </a:p>
          <a:p>
            <a:pPr marL="0" indent="0">
              <a:spcBef>
                <a:spcPts val="1200"/>
              </a:spcBef>
              <a:buSzTx/>
              <a:buFontTx/>
              <a:buNone/>
              <a:defRPr sz="2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GB" sz="1900" b="1">
                <a:latin typeface="+mj-lt"/>
              </a:rPr>
              <a:t>Temporal Feature</a:t>
            </a:r>
            <a:r>
              <a:rPr lang="en-GB" sz="1900">
                <a:latin typeface="+mj-lt"/>
              </a:rPr>
              <a:t>: Timestamped every 5–15 minutes</a:t>
            </a:r>
          </a:p>
          <a:p>
            <a:pPr marL="0" indent="0">
              <a:spcBef>
                <a:spcPts val="1200"/>
              </a:spcBef>
              <a:buSzTx/>
              <a:buFontTx/>
              <a:buNone/>
              <a:defRPr sz="2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GB" sz="1900" b="1">
                <a:latin typeface="+mj-lt"/>
              </a:rPr>
              <a:t>Challenges</a:t>
            </a:r>
            <a:r>
              <a:rPr lang="en-GB" sz="1900">
                <a:latin typeface="+mj-lt"/>
              </a:rPr>
              <a:t>: Extremely High Frequency data, Categorical Clinical Variables, missing values and many more.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/>
              <a:t>Preprocessing &amp; Feature Engineering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0A07015-B1BC-7677-6840-056229CE61B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5" name="Rectangle 1044">
            <a:extLst>
              <a:ext uri="{FF2B5EF4-FFF2-40B4-BE49-F238E27FC236}">
                <a16:creationId xmlns:a16="http://schemas.microsoft.com/office/drawing/2014/main" id="{53B475F8-50AE-46A0-9943-B2B63183D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9486" y="365125"/>
            <a:ext cx="5239511" cy="1776484"/>
          </a:xfrm>
        </p:spPr>
        <p:txBody>
          <a:bodyPr anchor="b">
            <a:normAutofit/>
          </a:bodyPr>
          <a:lstStyle/>
          <a:p>
            <a:r>
              <a:rPr lang="en-GB" sz="4700"/>
              <a:t>Exploratory Data Analysis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6EB8FF-EBFE-61B0-FB99-25C4FABB68E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027" b="5548"/>
          <a:stretch>
            <a:fillRect/>
          </a:stretch>
        </p:blipFill>
        <p:spPr>
          <a:xfrm>
            <a:off x="6284556" y="523083"/>
            <a:ext cx="2649027" cy="1368035"/>
          </a:xfrm>
          <a:prstGeom prst="rect">
            <a:avLst/>
          </a:prstGeom>
        </p:spPr>
      </p:pic>
      <p:sp>
        <p:nvSpPr>
          <p:cNvPr id="1046" name="sketch line">
            <a:extLst>
              <a:ext uri="{FF2B5EF4-FFF2-40B4-BE49-F238E27FC236}">
                <a16:creationId xmlns:a16="http://schemas.microsoft.com/office/drawing/2014/main" id="{75F6FDB4-2351-48C2-A863-2364A02343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650" y="2315691"/>
            <a:ext cx="3257550" cy="18288"/>
          </a:xfrm>
          <a:custGeom>
            <a:avLst/>
            <a:gdLst>
              <a:gd name="csX0" fmla="*/ 0 w 3257550"/>
              <a:gd name="csY0" fmla="*/ 0 h 18288"/>
              <a:gd name="csX1" fmla="*/ 618935 w 3257550"/>
              <a:gd name="csY1" fmla="*/ 0 h 18288"/>
              <a:gd name="csX2" fmla="*/ 1270445 w 3257550"/>
              <a:gd name="csY2" fmla="*/ 0 h 18288"/>
              <a:gd name="csX3" fmla="*/ 1954530 w 3257550"/>
              <a:gd name="csY3" fmla="*/ 0 h 18288"/>
              <a:gd name="csX4" fmla="*/ 2638616 w 3257550"/>
              <a:gd name="csY4" fmla="*/ 0 h 18288"/>
              <a:gd name="csX5" fmla="*/ 3257550 w 3257550"/>
              <a:gd name="csY5" fmla="*/ 0 h 18288"/>
              <a:gd name="csX6" fmla="*/ 3257550 w 3257550"/>
              <a:gd name="csY6" fmla="*/ 18288 h 18288"/>
              <a:gd name="csX7" fmla="*/ 2540889 w 3257550"/>
              <a:gd name="csY7" fmla="*/ 18288 h 18288"/>
              <a:gd name="csX8" fmla="*/ 1824228 w 3257550"/>
              <a:gd name="csY8" fmla="*/ 18288 h 18288"/>
              <a:gd name="csX9" fmla="*/ 1172718 w 3257550"/>
              <a:gd name="csY9" fmla="*/ 18288 h 18288"/>
              <a:gd name="csX10" fmla="*/ 0 w 3257550"/>
              <a:gd name="csY10" fmla="*/ 18288 h 18288"/>
              <a:gd name="csX11" fmla="*/ 0 w 3257550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7550" h="18288" fill="none" extrusionOk="0">
                <a:moveTo>
                  <a:pt x="0" y="0"/>
                </a:moveTo>
                <a:cubicBezTo>
                  <a:pt x="222571" y="-4581"/>
                  <a:pt x="395946" y="-20429"/>
                  <a:pt x="618935" y="0"/>
                </a:cubicBezTo>
                <a:cubicBezTo>
                  <a:pt x="841925" y="20429"/>
                  <a:pt x="1064831" y="-497"/>
                  <a:pt x="1270445" y="0"/>
                </a:cubicBezTo>
                <a:cubicBezTo>
                  <a:pt x="1476059" y="497"/>
                  <a:pt x="1673547" y="428"/>
                  <a:pt x="1954530" y="0"/>
                </a:cubicBezTo>
                <a:cubicBezTo>
                  <a:pt x="2235513" y="-428"/>
                  <a:pt x="2452407" y="27906"/>
                  <a:pt x="2638616" y="0"/>
                </a:cubicBezTo>
                <a:cubicBezTo>
                  <a:pt x="2824825" y="-27906"/>
                  <a:pt x="3043878" y="-22618"/>
                  <a:pt x="3257550" y="0"/>
                </a:cubicBezTo>
                <a:cubicBezTo>
                  <a:pt x="3256841" y="8157"/>
                  <a:pt x="3257137" y="12125"/>
                  <a:pt x="3257550" y="18288"/>
                </a:cubicBezTo>
                <a:cubicBezTo>
                  <a:pt x="2955505" y="29918"/>
                  <a:pt x="2697243" y="41720"/>
                  <a:pt x="2540889" y="18288"/>
                </a:cubicBezTo>
                <a:cubicBezTo>
                  <a:pt x="2384535" y="-5144"/>
                  <a:pt x="2114539" y="6231"/>
                  <a:pt x="1824228" y="18288"/>
                </a:cubicBezTo>
                <a:cubicBezTo>
                  <a:pt x="1533917" y="30345"/>
                  <a:pt x="1462450" y="24037"/>
                  <a:pt x="1172718" y="18288"/>
                </a:cubicBezTo>
                <a:cubicBezTo>
                  <a:pt x="882986" y="12540"/>
                  <a:pt x="500637" y="24492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7550" h="18288" stroke="0" extrusionOk="0">
                <a:moveTo>
                  <a:pt x="0" y="0"/>
                </a:moveTo>
                <a:cubicBezTo>
                  <a:pt x="278434" y="16845"/>
                  <a:pt x="441207" y="-24568"/>
                  <a:pt x="618935" y="0"/>
                </a:cubicBezTo>
                <a:cubicBezTo>
                  <a:pt x="796663" y="24568"/>
                  <a:pt x="985120" y="5689"/>
                  <a:pt x="1172718" y="0"/>
                </a:cubicBezTo>
                <a:cubicBezTo>
                  <a:pt x="1360316" y="-5689"/>
                  <a:pt x="1666432" y="29765"/>
                  <a:pt x="1889379" y="0"/>
                </a:cubicBezTo>
                <a:cubicBezTo>
                  <a:pt x="2112326" y="-29765"/>
                  <a:pt x="2378171" y="13184"/>
                  <a:pt x="2508314" y="0"/>
                </a:cubicBezTo>
                <a:cubicBezTo>
                  <a:pt x="2638457" y="-13184"/>
                  <a:pt x="2897393" y="-18048"/>
                  <a:pt x="3257550" y="0"/>
                </a:cubicBezTo>
                <a:cubicBezTo>
                  <a:pt x="3257286" y="4493"/>
                  <a:pt x="3257934" y="9472"/>
                  <a:pt x="3257550" y="18288"/>
                </a:cubicBezTo>
                <a:cubicBezTo>
                  <a:pt x="3005417" y="4399"/>
                  <a:pt x="2789824" y="23493"/>
                  <a:pt x="2606040" y="18288"/>
                </a:cubicBezTo>
                <a:cubicBezTo>
                  <a:pt x="2422256" y="13084"/>
                  <a:pt x="2161816" y="17045"/>
                  <a:pt x="1889379" y="18288"/>
                </a:cubicBezTo>
                <a:cubicBezTo>
                  <a:pt x="1616942" y="19531"/>
                  <a:pt x="1456938" y="28545"/>
                  <a:pt x="1335595" y="18288"/>
                </a:cubicBezTo>
                <a:cubicBezTo>
                  <a:pt x="1214252" y="8031"/>
                  <a:pt x="876335" y="26295"/>
                  <a:pt x="684085" y="18288"/>
                </a:cubicBezTo>
                <a:cubicBezTo>
                  <a:pt x="491835" y="10282"/>
                  <a:pt x="213058" y="3432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486" y="2504819"/>
            <a:ext cx="5239512" cy="3672144"/>
          </a:xfrm>
        </p:spPr>
        <p:txBody>
          <a:bodyPr>
            <a:normAutofit/>
          </a:bodyPr>
          <a:lstStyle/>
          <a:p>
            <a:r>
              <a:rPr lang="en-GB" sz="1900"/>
              <a:t>Distribution plots</a:t>
            </a:r>
          </a:p>
          <a:p>
            <a:r>
              <a:rPr lang="en-GB" sz="1900"/>
              <a:t>Boxplots for lifestyle vs glucose</a:t>
            </a:r>
          </a:p>
          <a:p>
            <a:r>
              <a:rPr lang="en-GB" sz="1900"/>
              <a:t>Correlation heatmap</a:t>
            </a:r>
          </a:p>
          <a:p>
            <a:r>
              <a:rPr lang="en-GB" sz="1900"/>
              <a:t>Insights used to guide modelling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BE27DAFF-A2A9-BC59-8F08-B4BD6EA1FEC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269" t="52084" b="6949"/>
          <a:stretch>
            <a:fillRect/>
          </a:stretch>
        </p:blipFill>
        <p:spPr bwMode="auto">
          <a:xfrm>
            <a:off x="6285852" y="2324977"/>
            <a:ext cx="2647731" cy="1860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02AB5CAE-C26F-EB8A-E72F-DE6D795273C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515" t="3898" b="46695"/>
          <a:stretch>
            <a:fillRect/>
          </a:stretch>
        </p:blipFill>
        <p:spPr bwMode="auto">
          <a:xfrm>
            <a:off x="6285852" y="4487065"/>
            <a:ext cx="2647731" cy="1632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BDA22-9FAB-5419-19BC-E9406EF8E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11CB0AF8-3E93-B42C-CF96-97125AA09D2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476738"/>
            <a:ext cx="8100646" cy="6106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4050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9A7F3BF-8763-4074-AD77-92790AF314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1051" y="381935"/>
            <a:ext cx="7017080" cy="1200329"/>
          </a:xfrm>
        </p:spPr>
        <p:txBody>
          <a:bodyPr anchor="t">
            <a:normAutofit/>
          </a:bodyPr>
          <a:lstStyle/>
          <a:p>
            <a:r>
              <a:rPr lang="en-GB" sz="7000"/>
              <a:t>Models Used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A9648D6-B41B-42D0-A817-AE2607B0B5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45650" y="554152"/>
            <a:ext cx="430632" cy="1075866"/>
            <a:chOff x="10994200" y="554152"/>
            <a:chExt cx="574177" cy="1075866"/>
          </a:xfrm>
        </p:grpSpPr>
        <p:sp>
          <p:nvSpPr>
            <p:cNvPr id="12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013369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solidFill>
              <a:schemeClr val="accent2"/>
            </a:solidFill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55951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solidFill>
              <a:schemeClr val="accent2"/>
            </a:solidFill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94200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solidFill>
              <a:schemeClr val="accent2"/>
            </a:solidFill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7716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4229D14E-10FD-55C7-6C35-83765CE6A98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5308616"/>
              </p:ext>
            </p:extLst>
          </p:nvPr>
        </p:nvGraphicFramePr>
        <p:xfrm>
          <a:off x="891046" y="1841256"/>
          <a:ext cx="7017080" cy="4394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Optimisation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DC62414-9C2B-56B7-E103-9C8E09505F1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723" y="809898"/>
            <a:ext cx="7629757" cy="1554480"/>
          </a:xfrm>
        </p:spPr>
        <p:txBody>
          <a:bodyPr anchor="ctr">
            <a:normAutofit/>
          </a:bodyPr>
          <a:lstStyle/>
          <a:p>
            <a:r>
              <a:rPr lang="en-GB" sz="4200"/>
              <a:t>Evaluation Metrics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754EEF7-2CE5-F7A8-DCE8-1CD048747E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10332739"/>
              </p:ext>
            </p:extLst>
          </p:nvPr>
        </p:nvGraphicFramePr>
        <p:xfrm>
          <a:off x="678451" y="3017519"/>
          <a:ext cx="778383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Results Summary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8CADD26-CA24-A6DA-5A59-0A6707A18B2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5610964"/>
              </p:ext>
            </p:extLst>
          </p:nvPr>
        </p:nvGraphicFramePr>
        <p:xfrm>
          <a:off x="457200" y="1600201"/>
          <a:ext cx="3849076" cy="4597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7B820CC-651B-3487-29E8-A4001D9CE1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8986410"/>
              </p:ext>
            </p:extLst>
          </p:nvPr>
        </p:nvGraphicFramePr>
        <p:xfrm>
          <a:off x="4376615" y="1958939"/>
          <a:ext cx="4657972" cy="3731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0462">
                  <a:extLst>
                    <a:ext uri="{9D8B030D-6E8A-4147-A177-3AD203B41FA5}">
                      <a16:colId xmlns:a16="http://schemas.microsoft.com/office/drawing/2014/main" val="60876868"/>
                    </a:ext>
                  </a:extLst>
                </a:gridCol>
                <a:gridCol w="1078524">
                  <a:extLst>
                    <a:ext uri="{9D8B030D-6E8A-4147-A177-3AD203B41FA5}">
                      <a16:colId xmlns:a16="http://schemas.microsoft.com/office/drawing/2014/main" val="2167784818"/>
                    </a:ext>
                  </a:extLst>
                </a:gridCol>
                <a:gridCol w="1164493">
                  <a:extLst>
                    <a:ext uri="{9D8B030D-6E8A-4147-A177-3AD203B41FA5}">
                      <a16:colId xmlns:a16="http://schemas.microsoft.com/office/drawing/2014/main" val="3761214561"/>
                    </a:ext>
                  </a:extLst>
                </a:gridCol>
                <a:gridCol w="1164493">
                  <a:extLst>
                    <a:ext uri="{9D8B030D-6E8A-4147-A177-3AD203B41FA5}">
                      <a16:colId xmlns:a16="http://schemas.microsoft.com/office/drawing/2014/main" val="418423886"/>
                    </a:ext>
                  </a:extLst>
                </a:gridCol>
              </a:tblGrid>
              <a:tr h="370496">
                <a:tc>
                  <a:txBody>
                    <a:bodyPr/>
                    <a:lstStyle/>
                    <a:p>
                      <a:r>
                        <a:rPr lang="en-US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4590500"/>
                  </a:ext>
                </a:extLst>
              </a:tr>
              <a:tr h="1070258">
                <a:tc>
                  <a:txBody>
                    <a:bodyPr/>
                    <a:lstStyle/>
                    <a:p>
                      <a:r>
                        <a:rPr lang="en-US" dirty="0"/>
                        <a:t>Gradient Boosting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3.962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62.669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0.991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5119519"/>
                  </a:ext>
                </a:extLst>
              </a:tr>
              <a:tr h="1036029">
                <a:tc>
                  <a:txBody>
                    <a:bodyPr/>
                    <a:lstStyle/>
                    <a:p>
                      <a:r>
                        <a:rPr lang="en-US" dirty="0"/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3.992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63.350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0.991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1731786"/>
                  </a:ext>
                </a:extLst>
              </a:tr>
              <a:tr h="1255203">
                <a:tc>
                  <a:txBody>
                    <a:bodyPr/>
                    <a:lstStyle/>
                    <a:p>
                      <a:r>
                        <a:rPr lang="en-US" dirty="0"/>
                        <a:t>Ridge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4.135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66.128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246684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GB" sz="4700"/>
              <a:t>Critical Discussion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650" y="1865313"/>
            <a:ext cx="7818120" cy="18288"/>
          </a:xfrm>
          <a:custGeom>
            <a:avLst/>
            <a:gdLst>
              <a:gd name="csX0" fmla="*/ 0 w 7818120"/>
              <a:gd name="csY0" fmla="*/ 0 h 18288"/>
              <a:gd name="csX1" fmla="*/ 416966 w 7818120"/>
              <a:gd name="csY1" fmla="*/ 0 h 18288"/>
              <a:gd name="csX2" fmla="*/ 1146658 w 7818120"/>
              <a:gd name="csY2" fmla="*/ 0 h 18288"/>
              <a:gd name="csX3" fmla="*/ 1563624 w 7818120"/>
              <a:gd name="csY3" fmla="*/ 0 h 18288"/>
              <a:gd name="csX4" fmla="*/ 2136953 w 7818120"/>
              <a:gd name="csY4" fmla="*/ 0 h 18288"/>
              <a:gd name="csX5" fmla="*/ 2944825 w 7818120"/>
              <a:gd name="csY5" fmla="*/ 0 h 18288"/>
              <a:gd name="csX6" fmla="*/ 3596335 w 7818120"/>
              <a:gd name="csY6" fmla="*/ 0 h 18288"/>
              <a:gd name="csX7" fmla="*/ 4326026 w 7818120"/>
              <a:gd name="csY7" fmla="*/ 0 h 18288"/>
              <a:gd name="csX8" fmla="*/ 4899355 w 7818120"/>
              <a:gd name="csY8" fmla="*/ 0 h 18288"/>
              <a:gd name="csX9" fmla="*/ 5550865 w 7818120"/>
              <a:gd name="csY9" fmla="*/ 0 h 18288"/>
              <a:gd name="csX10" fmla="*/ 6358738 w 7818120"/>
              <a:gd name="csY10" fmla="*/ 0 h 18288"/>
              <a:gd name="csX11" fmla="*/ 6853885 w 7818120"/>
              <a:gd name="csY11" fmla="*/ 0 h 18288"/>
              <a:gd name="csX12" fmla="*/ 7818120 w 7818120"/>
              <a:gd name="csY12" fmla="*/ 0 h 18288"/>
              <a:gd name="csX13" fmla="*/ 7818120 w 7818120"/>
              <a:gd name="csY13" fmla="*/ 18288 h 18288"/>
              <a:gd name="csX14" fmla="*/ 7244791 w 7818120"/>
              <a:gd name="csY14" fmla="*/ 18288 h 18288"/>
              <a:gd name="csX15" fmla="*/ 6827825 w 7818120"/>
              <a:gd name="csY15" fmla="*/ 18288 h 18288"/>
              <a:gd name="csX16" fmla="*/ 6176315 w 7818120"/>
              <a:gd name="csY16" fmla="*/ 18288 h 18288"/>
              <a:gd name="csX17" fmla="*/ 5681167 w 7818120"/>
              <a:gd name="csY17" fmla="*/ 18288 h 18288"/>
              <a:gd name="csX18" fmla="*/ 5029657 w 7818120"/>
              <a:gd name="csY18" fmla="*/ 18288 h 18288"/>
              <a:gd name="csX19" fmla="*/ 4378147 w 7818120"/>
              <a:gd name="csY19" fmla="*/ 18288 h 18288"/>
              <a:gd name="csX20" fmla="*/ 3726637 w 7818120"/>
              <a:gd name="csY20" fmla="*/ 18288 h 18288"/>
              <a:gd name="csX21" fmla="*/ 3075127 w 7818120"/>
              <a:gd name="csY21" fmla="*/ 18288 h 18288"/>
              <a:gd name="csX22" fmla="*/ 2501798 w 7818120"/>
              <a:gd name="csY22" fmla="*/ 18288 h 18288"/>
              <a:gd name="csX23" fmla="*/ 1772107 w 7818120"/>
              <a:gd name="csY23" fmla="*/ 18288 h 18288"/>
              <a:gd name="csX24" fmla="*/ 1120597 w 7818120"/>
              <a:gd name="csY24" fmla="*/ 18288 h 18288"/>
              <a:gd name="csX25" fmla="*/ 0 w 7818120"/>
              <a:gd name="csY25" fmla="*/ 18288 h 18288"/>
              <a:gd name="csX26" fmla="*/ 0 w 7818120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7818120" h="18288" fill="none" extrusionOk="0">
                <a:moveTo>
                  <a:pt x="0" y="0"/>
                </a:moveTo>
                <a:cubicBezTo>
                  <a:pt x="121520" y="-12182"/>
                  <a:pt x="211324" y="18247"/>
                  <a:pt x="416966" y="0"/>
                </a:cubicBezTo>
                <a:cubicBezTo>
                  <a:pt x="622608" y="-18247"/>
                  <a:pt x="891241" y="-13744"/>
                  <a:pt x="1146658" y="0"/>
                </a:cubicBezTo>
                <a:cubicBezTo>
                  <a:pt x="1402075" y="13744"/>
                  <a:pt x="1378880" y="-8543"/>
                  <a:pt x="1563624" y="0"/>
                </a:cubicBezTo>
                <a:cubicBezTo>
                  <a:pt x="1748368" y="8543"/>
                  <a:pt x="1972300" y="7443"/>
                  <a:pt x="2136953" y="0"/>
                </a:cubicBezTo>
                <a:cubicBezTo>
                  <a:pt x="2301606" y="-7443"/>
                  <a:pt x="2679634" y="12382"/>
                  <a:pt x="2944825" y="0"/>
                </a:cubicBezTo>
                <a:cubicBezTo>
                  <a:pt x="3210016" y="-12382"/>
                  <a:pt x="3409232" y="17967"/>
                  <a:pt x="3596335" y="0"/>
                </a:cubicBezTo>
                <a:cubicBezTo>
                  <a:pt x="3783438" y="-17967"/>
                  <a:pt x="4002523" y="-28578"/>
                  <a:pt x="4326026" y="0"/>
                </a:cubicBezTo>
                <a:cubicBezTo>
                  <a:pt x="4649529" y="28578"/>
                  <a:pt x="4777384" y="-3624"/>
                  <a:pt x="4899355" y="0"/>
                </a:cubicBezTo>
                <a:cubicBezTo>
                  <a:pt x="5021326" y="3624"/>
                  <a:pt x="5317653" y="1281"/>
                  <a:pt x="5550865" y="0"/>
                </a:cubicBezTo>
                <a:cubicBezTo>
                  <a:pt x="5784077" y="-1281"/>
                  <a:pt x="6142956" y="-39637"/>
                  <a:pt x="6358738" y="0"/>
                </a:cubicBezTo>
                <a:cubicBezTo>
                  <a:pt x="6574520" y="39637"/>
                  <a:pt x="6724785" y="-4460"/>
                  <a:pt x="6853885" y="0"/>
                </a:cubicBezTo>
                <a:cubicBezTo>
                  <a:pt x="6982985" y="4460"/>
                  <a:pt x="7403044" y="-1955"/>
                  <a:pt x="7818120" y="0"/>
                </a:cubicBezTo>
                <a:cubicBezTo>
                  <a:pt x="7817988" y="7702"/>
                  <a:pt x="7817908" y="13511"/>
                  <a:pt x="7818120" y="18288"/>
                </a:cubicBezTo>
                <a:cubicBezTo>
                  <a:pt x="7698847" y="-3267"/>
                  <a:pt x="7390924" y="22979"/>
                  <a:pt x="7244791" y="18288"/>
                </a:cubicBezTo>
                <a:cubicBezTo>
                  <a:pt x="7098658" y="13597"/>
                  <a:pt x="6952735" y="29357"/>
                  <a:pt x="6827825" y="18288"/>
                </a:cubicBezTo>
                <a:cubicBezTo>
                  <a:pt x="6702915" y="7219"/>
                  <a:pt x="6338661" y="34530"/>
                  <a:pt x="6176315" y="18288"/>
                </a:cubicBezTo>
                <a:cubicBezTo>
                  <a:pt x="6013969" y="2047"/>
                  <a:pt x="5850602" y="6362"/>
                  <a:pt x="5681167" y="18288"/>
                </a:cubicBezTo>
                <a:cubicBezTo>
                  <a:pt x="5511732" y="30214"/>
                  <a:pt x="5312143" y="419"/>
                  <a:pt x="5029657" y="18288"/>
                </a:cubicBezTo>
                <a:cubicBezTo>
                  <a:pt x="4747171" y="36158"/>
                  <a:pt x="4655062" y="30740"/>
                  <a:pt x="4378147" y="18288"/>
                </a:cubicBezTo>
                <a:cubicBezTo>
                  <a:pt x="4101232" y="5837"/>
                  <a:pt x="4037646" y="44706"/>
                  <a:pt x="3726637" y="18288"/>
                </a:cubicBezTo>
                <a:cubicBezTo>
                  <a:pt x="3415628" y="-8130"/>
                  <a:pt x="3321756" y="45507"/>
                  <a:pt x="3075127" y="18288"/>
                </a:cubicBezTo>
                <a:cubicBezTo>
                  <a:pt x="2828498" y="-8931"/>
                  <a:pt x="2684733" y="14853"/>
                  <a:pt x="2501798" y="18288"/>
                </a:cubicBezTo>
                <a:cubicBezTo>
                  <a:pt x="2318863" y="21723"/>
                  <a:pt x="2121844" y="-13013"/>
                  <a:pt x="1772107" y="18288"/>
                </a:cubicBezTo>
                <a:cubicBezTo>
                  <a:pt x="1422370" y="49589"/>
                  <a:pt x="1431548" y="31666"/>
                  <a:pt x="1120597" y="18288"/>
                </a:cubicBezTo>
                <a:cubicBezTo>
                  <a:pt x="809646" y="4911"/>
                  <a:pt x="246393" y="5624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7818120" h="18288" stroke="0" extrusionOk="0">
                <a:moveTo>
                  <a:pt x="0" y="0"/>
                </a:moveTo>
                <a:cubicBezTo>
                  <a:pt x="177487" y="-4302"/>
                  <a:pt x="287499" y="4997"/>
                  <a:pt x="573329" y="0"/>
                </a:cubicBezTo>
                <a:cubicBezTo>
                  <a:pt x="859159" y="-4997"/>
                  <a:pt x="821965" y="-336"/>
                  <a:pt x="990295" y="0"/>
                </a:cubicBezTo>
                <a:cubicBezTo>
                  <a:pt x="1158625" y="336"/>
                  <a:pt x="1587918" y="-4681"/>
                  <a:pt x="1798168" y="0"/>
                </a:cubicBezTo>
                <a:cubicBezTo>
                  <a:pt x="2008418" y="4681"/>
                  <a:pt x="2088841" y="-2754"/>
                  <a:pt x="2371496" y="0"/>
                </a:cubicBezTo>
                <a:cubicBezTo>
                  <a:pt x="2654151" y="2754"/>
                  <a:pt x="2701462" y="-24976"/>
                  <a:pt x="2944825" y="0"/>
                </a:cubicBezTo>
                <a:cubicBezTo>
                  <a:pt x="3188188" y="24976"/>
                  <a:pt x="3511636" y="25407"/>
                  <a:pt x="3752698" y="0"/>
                </a:cubicBezTo>
                <a:cubicBezTo>
                  <a:pt x="3993760" y="-25407"/>
                  <a:pt x="4107153" y="6432"/>
                  <a:pt x="4247845" y="0"/>
                </a:cubicBezTo>
                <a:cubicBezTo>
                  <a:pt x="4388537" y="-6432"/>
                  <a:pt x="4835598" y="-5108"/>
                  <a:pt x="5055718" y="0"/>
                </a:cubicBezTo>
                <a:cubicBezTo>
                  <a:pt x="5275838" y="5108"/>
                  <a:pt x="5461006" y="-24536"/>
                  <a:pt x="5863590" y="0"/>
                </a:cubicBezTo>
                <a:cubicBezTo>
                  <a:pt x="6266174" y="24536"/>
                  <a:pt x="6355549" y="-19657"/>
                  <a:pt x="6515100" y="0"/>
                </a:cubicBezTo>
                <a:cubicBezTo>
                  <a:pt x="6674651" y="19657"/>
                  <a:pt x="7275423" y="-57462"/>
                  <a:pt x="7818120" y="0"/>
                </a:cubicBezTo>
                <a:cubicBezTo>
                  <a:pt x="7818132" y="8833"/>
                  <a:pt x="7818660" y="9830"/>
                  <a:pt x="7818120" y="18288"/>
                </a:cubicBezTo>
                <a:cubicBezTo>
                  <a:pt x="7610240" y="4606"/>
                  <a:pt x="7521789" y="7721"/>
                  <a:pt x="7401154" y="18288"/>
                </a:cubicBezTo>
                <a:cubicBezTo>
                  <a:pt x="7280519" y="28855"/>
                  <a:pt x="6930719" y="4225"/>
                  <a:pt x="6593281" y="18288"/>
                </a:cubicBezTo>
                <a:cubicBezTo>
                  <a:pt x="6255843" y="32351"/>
                  <a:pt x="6286682" y="1162"/>
                  <a:pt x="6098134" y="18288"/>
                </a:cubicBezTo>
                <a:cubicBezTo>
                  <a:pt x="5909586" y="35414"/>
                  <a:pt x="5602789" y="48596"/>
                  <a:pt x="5446624" y="18288"/>
                </a:cubicBezTo>
                <a:cubicBezTo>
                  <a:pt x="5290459" y="-12020"/>
                  <a:pt x="4917039" y="21960"/>
                  <a:pt x="4638751" y="18288"/>
                </a:cubicBezTo>
                <a:cubicBezTo>
                  <a:pt x="4360463" y="14616"/>
                  <a:pt x="4304690" y="5450"/>
                  <a:pt x="3987241" y="18288"/>
                </a:cubicBezTo>
                <a:cubicBezTo>
                  <a:pt x="3669792" y="31127"/>
                  <a:pt x="3758742" y="32551"/>
                  <a:pt x="3570275" y="18288"/>
                </a:cubicBezTo>
                <a:cubicBezTo>
                  <a:pt x="3381808" y="4025"/>
                  <a:pt x="3267153" y="36200"/>
                  <a:pt x="3075127" y="18288"/>
                </a:cubicBezTo>
                <a:cubicBezTo>
                  <a:pt x="2883101" y="376"/>
                  <a:pt x="2665825" y="10973"/>
                  <a:pt x="2267255" y="18288"/>
                </a:cubicBezTo>
                <a:cubicBezTo>
                  <a:pt x="1868685" y="25603"/>
                  <a:pt x="1884698" y="28410"/>
                  <a:pt x="1615745" y="18288"/>
                </a:cubicBezTo>
                <a:cubicBezTo>
                  <a:pt x="1346792" y="8167"/>
                  <a:pt x="1320952" y="10430"/>
                  <a:pt x="1120597" y="18288"/>
                </a:cubicBezTo>
                <a:cubicBezTo>
                  <a:pt x="920242" y="26146"/>
                  <a:pt x="556507" y="50790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E28B39A-6A77-7B55-B668-0727E1B1D2A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7839920"/>
              </p:ext>
            </p:extLst>
          </p:nvPr>
        </p:nvGraphicFramePr>
        <p:xfrm>
          <a:off x="628650" y="2228087"/>
          <a:ext cx="78867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GB" sz="3500">
                <a:solidFill>
                  <a:srgbClr val="FFFFFF"/>
                </a:solidFill>
              </a:rPr>
              <a:t>Implications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2A6A2B2-434D-A319-D8DD-19A371F0FE8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09801339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C7F21E-07B2-5C91-CB61-78A0FD55C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US" sz="4000" dirty="0"/>
              <a:t>References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sX0" fmla="*/ 0 w 5410200"/>
              <a:gd name="csY0" fmla="*/ 0 h 13716"/>
              <a:gd name="csX1" fmla="*/ 568071 w 5410200"/>
              <a:gd name="csY1" fmla="*/ 0 h 13716"/>
              <a:gd name="csX2" fmla="*/ 1298448 w 5410200"/>
              <a:gd name="csY2" fmla="*/ 0 h 13716"/>
              <a:gd name="csX3" fmla="*/ 1920621 w 5410200"/>
              <a:gd name="csY3" fmla="*/ 0 h 13716"/>
              <a:gd name="csX4" fmla="*/ 2488692 w 5410200"/>
              <a:gd name="csY4" fmla="*/ 0 h 13716"/>
              <a:gd name="csX5" fmla="*/ 3219069 w 5410200"/>
              <a:gd name="csY5" fmla="*/ 0 h 13716"/>
              <a:gd name="csX6" fmla="*/ 3895344 w 5410200"/>
              <a:gd name="csY6" fmla="*/ 0 h 13716"/>
              <a:gd name="csX7" fmla="*/ 4571619 w 5410200"/>
              <a:gd name="csY7" fmla="*/ 0 h 13716"/>
              <a:gd name="csX8" fmla="*/ 5410200 w 5410200"/>
              <a:gd name="csY8" fmla="*/ 0 h 13716"/>
              <a:gd name="csX9" fmla="*/ 5410200 w 5410200"/>
              <a:gd name="csY9" fmla="*/ 13716 h 13716"/>
              <a:gd name="csX10" fmla="*/ 4842129 w 5410200"/>
              <a:gd name="csY10" fmla="*/ 13716 h 13716"/>
              <a:gd name="csX11" fmla="*/ 4328160 w 5410200"/>
              <a:gd name="csY11" fmla="*/ 13716 h 13716"/>
              <a:gd name="csX12" fmla="*/ 3597783 w 5410200"/>
              <a:gd name="csY12" fmla="*/ 13716 h 13716"/>
              <a:gd name="csX13" fmla="*/ 3029712 w 5410200"/>
              <a:gd name="csY13" fmla="*/ 13716 h 13716"/>
              <a:gd name="csX14" fmla="*/ 2299335 w 5410200"/>
              <a:gd name="csY14" fmla="*/ 13716 h 13716"/>
              <a:gd name="csX15" fmla="*/ 1514856 w 5410200"/>
              <a:gd name="csY15" fmla="*/ 13716 h 13716"/>
              <a:gd name="csX16" fmla="*/ 892683 w 5410200"/>
              <a:gd name="csY16" fmla="*/ 13716 h 13716"/>
              <a:gd name="csX17" fmla="*/ 0 w 5410200"/>
              <a:gd name="csY17" fmla="*/ 13716 h 13716"/>
              <a:gd name="csX18" fmla="*/ 0 w 5410200"/>
              <a:gd name="csY1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373B479-BDBD-CB7E-EE84-F0E2BCF0CF6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75057779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884080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GB" sz="3500">
                <a:solidFill>
                  <a:srgbClr val="FFFFFF"/>
                </a:solidFill>
              </a:rPr>
              <a:t>Conclusion &amp; Future Work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9201F58-D57C-04D5-39A0-55FB403DBC1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55270907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GB" sz="3500"/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en-GB" sz="1700"/>
              <a:t>Thank you! Ready for questions.</a:t>
            </a:r>
          </a:p>
        </p:txBody>
      </p:sp>
      <p:pic>
        <p:nvPicPr>
          <p:cNvPr id="5" name="Picture 4" descr="Yellow and blue symbols">
            <a:extLst>
              <a:ext uri="{FF2B5EF4-FFF2-40B4-BE49-F238E27FC236}">
                <a16:creationId xmlns:a16="http://schemas.microsoft.com/office/drawing/2014/main" id="{317DE6F3-5782-E49B-0CE4-EA33B98E2BC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914" r="27030" b="1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436</Words>
  <Application>Microsoft Macintosh PowerPoint</Application>
  <PresentationFormat>On-screen Show (4:3)</PresentationFormat>
  <Paragraphs>97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Arial</vt:lpstr>
      <vt:lpstr>Calibri</vt:lpstr>
      <vt:lpstr>Times Roman</vt:lpstr>
      <vt:lpstr>Office Theme</vt:lpstr>
      <vt:lpstr>Multivariate Analysis of Glycaemic Control Using demographic, lifestyle, and clinical predictors in Type 1 Diabetes </vt:lpstr>
      <vt:lpstr>Background &amp; Motivation</vt:lpstr>
      <vt:lpstr>Research Question &amp; Objectives</vt:lpstr>
      <vt:lpstr>Dataset Overview</vt:lpstr>
      <vt:lpstr>Preprocessing &amp; Feature Engineering</vt:lpstr>
      <vt:lpstr>Exploratory Data Analysis</vt:lpstr>
      <vt:lpstr> </vt:lpstr>
      <vt:lpstr>Models Used</vt:lpstr>
      <vt:lpstr>Model Optimisation</vt:lpstr>
      <vt:lpstr>Evaluation Metrics</vt:lpstr>
      <vt:lpstr>Results Summary</vt:lpstr>
      <vt:lpstr>Critical Discussion</vt:lpstr>
      <vt:lpstr>Implications</vt:lpstr>
      <vt:lpstr>References</vt:lpstr>
      <vt:lpstr>Conclusion &amp; Future Work</vt:lpstr>
      <vt:lpstr>Q&amp;A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Ans Riaz</cp:lastModifiedBy>
  <cp:revision>3</cp:revision>
  <dcterms:created xsi:type="dcterms:W3CDTF">2013-01-27T09:14:16Z</dcterms:created>
  <dcterms:modified xsi:type="dcterms:W3CDTF">2025-11-25T01:17:17Z</dcterms:modified>
  <cp:category/>
</cp:coreProperties>
</file>